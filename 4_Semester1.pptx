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32"/>
  </p:notesMasterIdLst>
  <p:sldIdLst>
    <p:sldId id="256" r:id="rId2"/>
    <p:sldId id="297" r:id="rId3"/>
    <p:sldId id="298" r:id="rId4"/>
    <p:sldId id="272" r:id="rId5"/>
    <p:sldId id="260" r:id="rId6"/>
    <p:sldId id="259" r:id="rId7"/>
    <p:sldId id="318" r:id="rId8"/>
    <p:sldId id="320" r:id="rId9"/>
    <p:sldId id="317" r:id="rId10"/>
    <p:sldId id="264" r:id="rId11"/>
    <p:sldId id="319" r:id="rId12"/>
    <p:sldId id="299" r:id="rId13"/>
    <p:sldId id="308" r:id="rId14"/>
    <p:sldId id="310" r:id="rId15"/>
    <p:sldId id="311" r:id="rId16"/>
    <p:sldId id="321" r:id="rId17"/>
    <p:sldId id="313" r:id="rId18"/>
    <p:sldId id="300" r:id="rId19"/>
    <p:sldId id="302" r:id="rId20"/>
    <p:sldId id="303" r:id="rId21"/>
    <p:sldId id="315" r:id="rId22"/>
    <p:sldId id="322" r:id="rId23"/>
    <p:sldId id="307" r:id="rId24"/>
    <p:sldId id="305" r:id="rId25"/>
    <p:sldId id="304" r:id="rId26"/>
    <p:sldId id="314" r:id="rId27"/>
    <p:sldId id="301" r:id="rId28"/>
    <p:sldId id="262" r:id="rId29"/>
    <p:sldId id="266" r:id="rId30"/>
    <p:sldId id="324" r:id="rId31"/>
  </p:sldIdLst>
  <p:sldSz cx="9144000" cy="5143500" type="screen16x9"/>
  <p:notesSz cx="6858000" cy="9144000"/>
  <p:embeddedFontLst>
    <p:embeddedFont>
      <p:font typeface="Cambria" panose="02040503050406030204" pitchFamily="18" charset="0"/>
      <p:regular r:id="rId33"/>
      <p:bold r:id="rId34"/>
      <p:italic r:id="rId35"/>
      <p:boldItalic r:id="rId36"/>
    </p:embeddedFont>
    <p:embeddedFont>
      <p:font typeface="Hanken Grotesk" panose="020B0604020202020204" charset="0"/>
      <p:regular r:id="rId37"/>
      <p:bold r:id="rId38"/>
      <p:italic r:id="rId39"/>
      <p:boldItalic r:id="rId40"/>
    </p:embeddedFont>
    <p:embeddedFont>
      <p:font typeface="Nunito Light" pitchFamily="2" charset="0"/>
      <p:regular r:id="rId41"/>
      <p:italic r:id="rId42"/>
    </p:embeddedFont>
    <p:embeddedFont>
      <p:font typeface="Raleway" pitchFamily="2" charset="0"/>
      <p:regular r:id="rId43"/>
      <p:bold r:id="rId44"/>
      <p:italic r:id="rId45"/>
      <p:boldItalic r:id="rId46"/>
    </p:embeddedFont>
    <p:embeddedFont>
      <p:font typeface="Raleway Black" pitchFamily="2" charset="0"/>
      <p:bold r:id="rId47"/>
      <p:boldItalic r:id="rId48"/>
    </p:embeddedFont>
    <p:embeddedFont>
      <p:font typeface="Raleway ExtraBold" pitchFamily="2" charset="0"/>
      <p:bold r:id="rId49"/>
      <p:boldItalic r:id="rId50"/>
    </p:embeddedFont>
    <p:embeddedFont>
      <p:font typeface="Segoe UI Emoji" panose="020B0502040204020203" pitchFamily="34"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3C0EA6D-B04F-4ABF-AA27-1DDBB5C2D5EE}">
  <a:tblStyle styleId="{D3C0EA6D-B04F-4ABF-AA27-1DDBB5C2D5E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8CE79E7-F7D1-44E3-BF4F-AE5085CF5F2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92" d="100"/>
          <a:sy n="92" d="100"/>
        </p:scale>
        <p:origin x="864"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576a45fa49_2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2576a45fa49_2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2526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4577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216241d4a3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216241d4a3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0486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190cccfa9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 name="Google Shape;957;g190cccfa9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0410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4409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3990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7467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3068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0137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825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8086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9838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6615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2408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43202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4192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5621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5843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2260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5371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1885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24237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4460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15975" y="1999150"/>
            <a:ext cx="4384800" cy="1698900"/>
          </a:xfrm>
          <a:prstGeom prst="rect">
            <a:avLst/>
          </a:prstGeom>
          <a:noFill/>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3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115975" y="3719650"/>
            <a:ext cx="4384800" cy="3789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612300" y="-540750"/>
            <a:ext cx="1111343" cy="1111343"/>
            <a:chOff x="8307725" y="278700"/>
            <a:chExt cx="1111343" cy="1111343"/>
          </a:xfrm>
        </p:grpSpPr>
        <p:sp>
          <p:nvSpPr>
            <p:cNvPr id="12" name="Google Shape;12;p2"/>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8208698" y="2109319"/>
            <a:ext cx="1160062" cy="247278"/>
            <a:chOff x="8208698" y="2109319"/>
            <a:chExt cx="1160062" cy="247278"/>
          </a:xfrm>
        </p:grpSpPr>
        <p:sp>
          <p:nvSpPr>
            <p:cNvPr id="15" name="Google Shape;15;p2"/>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rot="5400000" flipH="1">
            <a:off x="6277862" y="5350755"/>
            <a:ext cx="4486819" cy="625122"/>
            <a:chOff x="-78438" y="4073905"/>
            <a:chExt cx="4486819" cy="625122"/>
          </a:xfrm>
        </p:grpSpPr>
        <p:cxnSp>
          <p:nvCxnSpPr>
            <p:cNvPr id="18" name="Google Shape;18;p2"/>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9" name="Google Shape;19;p2"/>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p2"/>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rot="-5400000">
            <a:off x="8388339" y="1273396"/>
            <a:ext cx="493321" cy="357312"/>
            <a:chOff x="1722354" y="229144"/>
            <a:chExt cx="1748744" cy="1266614"/>
          </a:xfrm>
        </p:grpSpPr>
        <p:sp>
          <p:nvSpPr>
            <p:cNvPr id="22" name="Google Shape;22;p2"/>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1136800" y="2325725"/>
            <a:ext cx="3653400" cy="9894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4790350" y="2279800"/>
            <a:ext cx="1343100" cy="989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7" name="Google Shape;27;p3"/>
          <p:cNvGrpSpPr/>
          <p:nvPr/>
        </p:nvGrpSpPr>
        <p:grpSpPr>
          <a:xfrm rot="-5400000">
            <a:off x="3860412" y="-1906049"/>
            <a:ext cx="3859204" cy="615399"/>
            <a:chOff x="-6675" y="307100"/>
            <a:chExt cx="9140700" cy="4634025"/>
          </a:xfrm>
        </p:grpSpPr>
        <p:cxnSp>
          <p:nvCxnSpPr>
            <p:cNvPr id="28" name="Google Shape;28;p3"/>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9" name="Google Shape;29;p3"/>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0" name="Google Shape;30;p3"/>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1" name="Google Shape;31;p3"/>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2" name="Google Shape;32;p3"/>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3" name="Google Shape;33;p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4" name="Google Shape;34;p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 name="Google Shape;35;p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6" name="Google Shape;36;p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7" name="Google Shape;37;p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38" name="Google Shape;38;p3"/>
          <p:cNvGrpSpPr/>
          <p:nvPr/>
        </p:nvGrpSpPr>
        <p:grpSpPr>
          <a:xfrm>
            <a:off x="-415272" y="538801"/>
            <a:ext cx="7636891" cy="5144942"/>
            <a:chOff x="-415272" y="538801"/>
            <a:chExt cx="7636891" cy="5144942"/>
          </a:xfrm>
        </p:grpSpPr>
        <p:grpSp>
          <p:nvGrpSpPr>
            <p:cNvPr id="39" name="Google Shape;39;p3"/>
            <p:cNvGrpSpPr/>
            <p:nvPr/>
          </p:nvGrpSpPr>
          <p:grpSpPr>
            <a:xfrm>
              <a:off x="6110275" y="4572400"/>
              <a:ext cx="1111343" cy="1111343"/>
              <a:chOff x="8307725" y="278700"/>
              <a:chExt cx="1111343" cy="1111343"/>
            </a:xfrm>
          </p:grpSpPr>
          <p:sp>
            <p:nvSpPr>
              <p:cNvPr id="40" name="Google Shape;40;p3"/>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3"/>
            <p:cNvGrpSpPr/>
            <p:nvPr/>
          </p:nvGrpSpPr>
          <p:grpSpPr>
            <a:xfrm>
              <a:off x="-415272" y="538801"/>
              <a:ext cx="2027056" cy="586283"/>
              <a:chOff x="-415272" y="538801"/>
              <a:chExt cx="2027056" cy="586283"/>
            </a:xfrm>
          </p:grpSpPr>
          <p:sp>
            <p:nvSpPr>
              <p:cNvPr id="43" name="Google Shape;43;p3"/>
              <p:cNvSpPr/>
              <p:nvPr/>
            </p:nvSpPr>
            <p:spPr>
              <a:xfrm rot="-5400000">
                <a:off x="1352729" y="32286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5400000">
                <a:off x="-39071" y="673783"/>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09" name="Google Shape;109;p6"/>
          <p:cNvGrpSpPr/>
          <p:nvPr/>
        </p:nvGrpSpPr>
        <p:grpSpPr>
          <a:xfrm>
            <a:off x="713236" y="-1192757"/>
            <a:ext cx="8217269" cy="9624966"/>
            <a:chOff x="713236" y="-1192757"/>
            <a:chExt cx="8217269" cy="9624966"/>
          </a:xfrm>
        </p:grpSpPr>
        <p:grpSp>
          <p:nvGrpSpPr>
            <p:cNvPr id="110" name="Google Shape;110;p6"/>
            <p:cNvGrpSpPr/>
            <p:nvPr/>
          </p:nvGrpSpPr>
          <p:grpSpPr>
            <a:xfrm rot="5400000" flipH="1">
              <a:off x="-917001" y="6234248"/>
              <a:ext cx="3828199" cy="567724"/>
              <a:chOff x="-1181972" y="3591337"/>
              <a:chExt cx="3497989" cy="518706"/>
            </a:xfrm>
          </p:grpSpPr>
          <p:cxnSp>
            <p:nvCxnSpPr>
              <p:cNvPr id="111" name="Google Shape;111;p6"/>
              <p:cNvCxnSpPr/>
              <p:nvPr/>
            </p:nvCxnSpPr>
            <p:spPr>
              <a:xfrm>
                <a:off x="308728" y="2619343"/>
                <a:ext cx="0" cy="2981400"/>
              </a:xfrm>
              <a:prstGeom prst="straightConnector1">
                <a:avLst/>
              </a:prstGeom>
              <a:noFill/>
              <a:ln w="9525" cap="flat" cmpd="sng">
                <a:solidFill>
                  <a:schemeClr val="accent1"/>
                </a:solidFill>
                <a:prstDash val="solid"/>
                <a:round/>
                <a:headEnd type="none" w="med" len="med"/>
                <a:tailEnd type="none" w="med" len="med"/>
              </a:ln>
            </p:spPr>
          </p:cxnSp>
          <p:cxnSp>
            <p:nvCxnSpPr>
              <p:cNvPr id="112" name="Google Shape;112;p6"/>
              <p:cNvCxnSpPr/>
              <p:nvPr/>
            </p:nvCxnSpPr>
            <p:spPr>
              <a:xfrm rot="-5400000">
                <a:off x="1795201" y="3757993"/>
                <a:ext cx="357300" cy="346800"/>
              </a:xfrm>
              <a:prstGeom prst="straightConnector1">
                <a:avLst/>
              </a:prstGeom>
              <a:noFill/>
              <a:ln w="9525" cap="flat" cmpd="sng">
                <a:solidFill>
                  <a:schemeClr val="accent1"/>
                </a:solidFill>
                <a:prstDash val="solid"/>
                <a:round/>
                <a:headEnd type="none" w="med" len="med"/>
                <a:tailEnd type="none" w="med" len="med"/>
              </a:ln>
            </p:spPr>
          </p:cxnSp>
          <p:sp>
            <p:nvSpPr>
              <p:cNvPr id="113" name="Google Shape;113;p6"/>
              <p:cNvSpPr/>
              <p:nvPr/>
            </p:nvSpPr>
            <p:spPr>
              <a:xfrm>
                <a:off x="2122592" y="3591337"/>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 name="Google Shape;114;p6"/>
            <p:cNvGrpSpPr/>
            <p:nvPr/>
          </p:nvGrpSpPr>
          <p:grpSpPr>
            <a:xfrm>
              <a:off x="6549025" y="-95200"/>
              <a:ext cx="2381480" cy="750487"/>
              <a:chOff x="6549025" y="-95200"/>
              <a:chExt cx="2381480" cy="750487"/>
            </a:xfrm>
          </p:grpSpPr>
          <p:grpSp>
            <p:nvGrpSpPr>
              <p:cNvPr id="115" name="Google Shape;115;p6"/>
              <p:cNvGrpSpPr/>
              <p:nvPr/>
            </p:nvGrpSpPr>
            <p:grpSpPr>
              <a:xfrm rot="-5400000">
                <a:off x="8505189" y="229971"/>
                <a:ext cx="493321" cy="357312"/>
                <a:chOff x="1722354" y="229144"/>
                <a:chExt cx="1748744" cy="1266614"/>
              </a:xfrm>
            </p:grpSpPr>
            <p:sp>
              <p:nvSpPr>
                <p:cNvPr id="116" name="Google Shape;116;p6"/>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 name="Google Shape;118;p6"/>
              <p:cNvSpPr/>
              <p:nvPr/>
            </p:nvSpPr>
            <p:spPr>
              <a:xfrm>
                <a:off x="6549025" y="-95200"/>
                <a:ext cx="2381475" cy="429625"/>
              </a:xfrm>
              <a:custGeom>
                <a:avLst/>
                <a:gdLst/>
                <a:ahLst/>
                <a:cxnLst/>
                <a:rect l="l" t="t" r="r" b="b"/>
                <a:pathLst>
                  <a:path w="95259" h="17185" extrusionOk="0">
                    <a:moveTo>
                      <a:pt x="0" y="2455"/>
                    </a:moveTo>
                    <a:lnTo>
                      <a:pt x="14731" y="17185"/>
                    </a:lnTo>
                    <a:lnTo>
                      <a:pt x="65552" y="17185"/>
                    </a:lnTo>
                    <a:lnTo>
                      <a:pt x="72303" y="10434"/>
                    </a:lnTo>
                    <a:lnTo>
                      <a:pt x="95259" y="10434"/>
                    </a:lnTo>
                    <a:lnTo>
                      <a:pt x="95259" y="0"/>
                    </a:lnTo>
                  </a:path>
                </a:pathLst>
              </a:custGeom>
              <a:noFill/>
              <a:ln w="9525" cap="flat" cmpd="sng">
                <a:solidFill>
                  <a:schemeClr val="accent1"/>
                </a:solidFill>
                <a:prstDash val="solid"/>
                <a:round/>
                <a:headEnd type="none" w="med" len="med"/>
                <a:tailEnd type="none" w="med" len="med"/>
              </a:ln>
            </p:spPr>
          </p:sp>
        </p:grpSp>
        <p:grpSp>
          <p:nvGrpSpPr>
            <p:cNvPr id="119" name="Google Shape;119;p6"/>
            <p:cNvGrpSpPr/>
            <p:nvPr/>
          </p:nvGrpSpPr>
          <p:grpSpPr>
            <a:xfrm rot="5400000">
              <a:off x="6896426" y="-564435"/>
              <a:ext cx="1530153" cy="273510"/>
              <a:chOff x="-6675" y="2881558"/>
              <a:chExt cx="9140700" cy="2059567"/>
            </a:xfrm>
          </p:grpSpPr>
          <p:cxnSp>
            <p:nvCxnSpPr>
              <p:cNvPr id="120" name="Google Shape;120;p6"/>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1" name="Google Shape;121;p6"/>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2" name="Google Shape;122;p6"/>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3" name="Google Shape;123;p6"/>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4" name="Google Shape;124;p6"/>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25" name="Google Shape;125;p6"/>
          <p:cNvGrpSpPr/>
          <p:nvPr/>
        </p:nvGrpSpPr>
        <p:grpSpPr>
          <a:xfrm>
            <a:off x="302564" y="1262596"/>
            <a:ext cx="9110252" cy="3563617"/>
            <a:chOff x="302564" y="1262596"/>
            <a:chExt cx="9110252" cy="3563617"/>
          </a:xfrm>
        </p:grpSpPr>
        <p:grpSp>
          <p:nvGrpSpPr>
            <p:cNvPr id="126" name="Google Shape;126;p6"/>
            <p:cNvGrpSpPr/>
            <p:nvPr/>
          </p:nvGrpSpPr>
          <p:grpSpPr>
            <a:xfrm rot="5400000">
              <a:off x="-153827" y="4122544"/>
              <a:ext cx="1160062" cy="247278"/>
              <a:chOff x="8000023" y="2164544"/>
              <a:chExt cx="1160062" cy="247278"/>
            </a:xfrm>
          </p:grpSpPr>
          <p:sp>
            <p:nvSpPr>
              <p:cNvPr id="127" name="Google Shape;127;p6"/>
              <p:cNvSpPr/>
              <p:nvPr/>
            </p:nvSpPr>
            <p:spPr>
              <a:xfrm rot="5400000">
                <a:off x="8215962" y="19486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rot="-5400000">
                <a:off x="8708783" y="19605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6"/>
            <p:cNvGrpSpPr/>
            <p:nvPr/>
          </p:nvGrpSpPr>
          <p:grpSpPr>
            <a:xfrm>
              <a:off x="8578108" y="1262596"/>
              <a:ext cx="834709" cy="226938"/>
              <a:chOff x="8541258" y="2281496"/>
              <a:chExt cx="834709" cy="226938"/>
            </a:xfrm>
          </p:grpSpPr>
          <p:sp>
            <p:nvSpPr>
              <p:cNvPr id="130" name="Google Shape;130;p6"/>
              <p:cNvSpPr/>
              <p:nvPr/>
            </p:nvSpPr>
            <p:spPr>
              <a:xfrm rot="5400000">
                <a:off x="9116912" y="2249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 name="Google Shape;132;p6"/>
          <p:cNvGrpSpPr/>
          <p:nvPr/>
        </p:nvGrpSpPr>
        <p:grpSpPr>
          <a:xfrm>
            <a:off x="597187" y="977673"/>
            <a:ext cx="8723593" cy="3964768"/>
            <a:chOff x="597187" y="977673"/>
            <a:chExt cx="8723593" cy="3964768"/>
          </a:xfrm>
        </p:grpSpPr>
        <p:sp>
          <p:nvSpPr>
            <p:cNvPr id="133" name="Google Shape;133;p6"/>
            <p:cNvSpPr/>
            <p:nvPr/>
          </p:nvSpPr>
          <p:spPr>
            <a:xfrm rot="5400000">
              <a:off x="9080312" y="7772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rot="10800000">
              <a:off x="597187" y="45015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p6"/>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1782650" y="711700"/>
            <a:ext cx="2893200" cy="904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1782650" y="1616297"/>
            <a:ext cx="2893200" cy="281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4752038" y="824113"/>
            <a:ext cx="2787000" cy="3558300"/>
          </a:xfrm>
          <a:prstGeom prst="rect">
            <a:avLst/>
          </a:prstGeom>
          <a:noFill/>
          <a:ln>
            <a:noFill/>
          </a:ln>
        </p:spPr>
      </p:sp>
      <p:grpSp>
        <p:nvGrpSpPr>
          <p:cNvPr id="140" name="Google Shape;140;p7"/>
          <p:cNvGrpSpPr/>
          <p:nvPr/>
        </p:nvGrpSpPr>
        <p:grpSpPr>
          <a:xfrm>
            <a:off x="260189" y="195827"/>
            <a:ext cx="7049955" cy="4729917"/>
            <a:chOff x="260189" y="195827"/>
            <a:chExt cx="7049955" cy="4729917"/>
          </a:xfrm>
        </p:grpSpPr>
        <p:grpSp>
          <p:nvGrpSpPr>
            <p:cNvPr id="141" name="Google Shape;141;p7"/>
            <p:cNvGrpSpPr/>
            <p:nvPr/>
          </p:nvGrpSpPr>
          <p:grpSpPr>
            <a:xfrm rot="-5400000">
              <a:off x="6786639" y="4402239"/>
              <a:ext cx="177741" cy="869269"/>
              <a:chOff x="8535452" y="1548052"/>
              <a:chExt cx="177741" cy="869269"/>
            </a:xfrm>
          </p:grpSpPr>
          <p:sp>
            <p:nvSpPr>
              <p:cNvPr id="142" name="Google Shape;142;p7"/>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rot="10800000">
                <a:off x="8535452"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7"/>
            <p:cNvGrpSpPr/>
            <p:nvPr/>
          </p:nvGrpSpPr>
          <p:grpSpPr>
            <a:xfrm rot="10800000">
              <a:off x="260189" y="195827"/>
              <a:ext cx="177741" cy="687344"/>
              <a:chOff x="8535452" y="1335702"/>
              <a:chExt cx="177741" cy="687344"/>
            </a:xfrm>
          </p:grpSpPr>
          <p:sp>
            <p:nvSpPr>
              <p:cNvPr id="145" name="Google Shape;145;p7"/>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p:nvPr/>
            </p:nvSpPr>
            <p:spPr>
              <a:xfrm rot="10800000">
                <a:off x="8535452" y="13357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 name="Google Shape;147;p7"/>
          <p:cNvGrpSpPr/>
          <p:nvPr/>
        </p:nvGrpSpPr>
        <p:grpSpPr>
          <a:xfrm>
            <a:off x="-867949" y="-315450"/>
            <a:ext cx="10098949" cy="5241212"/>
            <a:chOff x="-867949" y="-315450"/>
            <a:chExt cx="10098949" cy="5241212"/>
          </a:xfrm>
        </p:grpSpPr>
        <p:sp>
          <p:nvSpPr>
            <p:cNvPr id="148" name="Google Shape;148;p7"/>
            <p:cNvSpPr/>
            <p:nvPr/>
          </p:nvSpPr>
          <p:spPr>
            <a:xfrm>
              <a:off x="6756300" y="4613375"/>
              <a:ext cx="2474700" cy="312375"/>
            </a:xfrm>
            <a:custGeom>
              <a:avLst/>
              <a:gdLst/>
              <a:ahLst/>
              <a:cxnLst/>
              <a:rect l="l" t="t" r="r" b="b"/>
              <a:pathLst>
                <a:path w="98988" h="12495" extrusionOk="0">
                  <a:moveTo>
                    <a:pt x="0" y="0"/>
                  </a:moveTo>
                  <a:lnTo>
                    <a:pt x="37363" y="0"/>
                  </a:lnTo>
                  <a:lnTo>
                    <a:pt x="49858" y="12495"/>
                  </a:lnTo>
                  <a:lnTo>
                    <a:pt x="98988" y="12495"/>
                  </a:lnTo>
                </a:path>
              </a:pathLst>
            </a:custGeom>
            <a:noFill/>
            <a:ln w="9525" cap="flat" cmpd="sng">
              <a:solidFill>
                <a:schemeClr val="accent1"/>
              </a:solidFill>
              <a:prstDash val="solid"/>
              <a:round/>
              <a:headEnd type="none" w="med" len="med"/>
              <a:tailEnd type="none" w="med" len="med"/>
            </a:ln>
          </p:spPr>
        </p:sp>
        <p:grpSp>
          <p:nvGrpSpPr>
            <p:cNvPr id="149" name="Google Shape;149;p7"/>
            <p:cNvGrpSpPr/>
            <p:nvPr/>
          </p:nvGrpSpPr>
          <p:grpSpPr>
            <a:xfrm rot="-5400000" flipH="1">
              <a:off x="8430782" y="4500446"/>
              <a:ext cx="493321" cy="357312"/>
              <a:chOff x="1722354" y="229144"/>
              <a:chExt cx="1748744" cy="1266614"/>
            </a:xfrm>
          </p:grpSpPr>
          <p:sp>
            <p:nvSpPr>
              <p:cNvPr id="150" name="Google Shape;150;p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 name="Google Shape;152;p7"/>
            <p:cNvSpPr/>
            <p:nvPr/>
          </p:nvSpPr>
          <p:spPr>
            <a:xfrm>
              <a:off x="-174975" y="-315450"/>
              <a:ext cx="1914059" cy="4400511"/>
            </a:xfrm>
            <a:custGeom>
              <a:avLst/>
              <a:gdLst/>
              <a:ahLst/>
              <a:cxnLst/>
              <a:rect l="l" t="t" r="r" b="b"/>
              <a:pathLst>
                <a:path w="55192" h="126889" extrusionOk="0">
                  <a:moveTo>
                    <a:pt x="0" y="126889"/>
                  </a:moveTo>
                  <a:lnTo>
                    <a:pt x="24140" y="102749"/>
                  </a:lnTo>
                  <a:lnTo>
                    <a:pt x="24140" y="42943"/>
                  </a:lnTo>
                  <a:lnTo>
                    <a:pt x="55192" y="25015"/>
                  </a:lnTo>
                  <a:lnTo>
                    <a:pt x="55192" y="0"/>
                  </a:lnTo>
                </a:path>
              </a:pathLst>
            </a:custGeom>
            <a:noFill/>
            <a:ln w="9525" cap="flat" cmpd="sng">
              <a:solidFill>
                <a:schemeClr val="accent1"/>
              </a:solidFill>
              <a:prstDash val="solid"/>
              <a:round/>
              <a:headEnd type="none" w="med" len="med"/>
              <a:tailEnd type="none" w="med" len="med"/>
            </a:ln>
          </p:spPr>
        </p:sp>
        <p:grpSp>
          <p:nvGrpSpPr>
            <p:cNvPr id="153" name="Google Shape;153;p7"/>
            <p:cNvGrpSpPr/>
            <p:nvPr/>
          </p:nvGrpSpPr>
          <p:grpSpPr>
            <a:xfrm rot="10800000">
              <a:off x="662657" y="2962921"/>
              <a:ext cx="493321" cy="357312"/>
              <a:chOff x="1722354" y="229144"/>
              <a:chExt cx="1748744" cy="1266614"/>
            </a:xfrm>
          </p:grpSpPr>
          <p:sp>
            <p:nvSpPr>
              <p:cNvPr id="154" name="Google Shape;154;p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p7"/>
            <p:cNvGrpSpPr/>
            <p:nvPr/>
          </p:nvGrpSpPr>
          <p:grpSpPr>
            <a:xfrm>
              <a:off x="-867949" y="1748040"/>
              <a:ext cx="1530153" cy="273510"/>
              <a:chOff x="-6675" y="2881558"/>
              <a:chExt cx="9140700" cy="2059567"/>
            </a:xfrm>
          </p:grpSpPr>
          <p:cxnSp>
            <p:nvCxnSpPr>
              <p:cNvPr id="157" name="Google Shape;157;p7"/>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8" name="Google Shape;158;p7"/>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9" name="Google Shape;159;p7"/>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0" name="Google Shape;160;p7"/>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1" name="Google Shape;161;p7"/>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62" name="Google Shape;162;p7"/>
          <p:cNvGrpSpPr/>
          <p:nvPr/>
        </p:nvGrpSpPr>
        <p:grpSpPr>
          <a:xfrm>
            <a:off x="609462" y="-114064"/>
            <a:ext cx="8313331" cy="4565380"/>
            <a:chOff x="609462" y="-114064"/>
            <a:chExt cx="8313331" cy="4565380"/>
          </a:xfrm>
        </p:grpSpPr>
        <p:sp>
          <p:nvSpPr>
            <p:cNvPr id="163" name="Google Shape;163;p7"/>
            <p:cNvSpPr/>
            <p:nvPr/>
          </p:nvSpPr>
          <p:spPr>
            <a:xfrm rot="10800000">
              <a:off x="8882737" y="40104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rot="10800000">
              <a:off x="609462" y="-1140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xfrm>
            <a:off x="2317950" y="1307100"/>
            <a:ext cx="4508100" cy="18831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67" name="Google Shape;167;p8"/>
          <p:cNvGrpSpPr/>
          <p:nvPr/>
        </p:nvGrpSpPr>
        <p:grpSpPr>
          <a:xfrm rot="10800000">
            <a:off x="7395131" y="4086605"/>
            <a:ext cx="4791669" cy="923822"/>
            <a:chOff x="-78438" y="3775205"/>
            <a:chExt cx="4791669" cy="923822"/>
          </a:xfrm>
        </p:grpSpPr>
        <p:cxnSp>
          <p:nvCxnSpPr>
            <p:cNvPr id="168" name="Google Shape;168;p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69" name="Google Shape;169;p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170" name="Google Shape;170;p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8"/>
          <p:cNvGrpSpPr/>
          <p:nvPr/>
        </p:nvGrpSpPr>
        <p:grpSpPr>
          <a:xfrm>
            <a:off x="527082" y="3400311"/>
            <a:ext cx="8344568" cy="1243755"/>
            <a:chOff x="527082" y="3400311"/>
            <a:chExt cx="8344568" cy="1243755"/>
          </a:xfrm>
        </p:grpSpPr>
        <p:sp>
          <p:nvSpPr>
            <p:cNvPr id="172" name="Google Shape;172;p8"/>
            <p:cNvSpPr/>
            <p:nvPr/>
          </p:nvSpPr>
          <p:spPr>
            <a:xfrm flipH="1">
              <a:off x="527082" y="34003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rot="5400000" flipH="1">
              <a:off x="8631182" y="440359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8"/>
          <p:cNvGrpSpPr/>
          <p:nvPr/>
        </p:nvGrpSpPr>
        <p:grpSpPr>
          <a:xfrm>
            <a:off x="-3151463" y="-3408103"/>
            <a:ext cx="11831666" cy="9065208"/>
            <a:chOff x="-3151463" y="-3408103"/>
            <a:chExt cx="11831666" cy="9065208"/>
          </a:xfrm>
        </p:grpSpPr>
        <p:grpSp>
          <p:nvGrpSpPr>
            <p:cNvPr id="175" name="Google Shape;175;p8"/>
            <p:cNvGrpSpPr/>
            <p:nvPr/>
          </p:nvGrpSpPr>
          <p:grpSpPr>
            <a:xfrm rot="10800000" flipH="1">
              <a:off x="309699" y="2296620"/>
              <a:ext cx="681217" cy="3360485"/>
              <a:chOff x="1337800" y="-2525590"/>
              <a:chExt cx="1498167" cy="7390555"/>
            </a:xfrm>
          </p:grpSpPr>
          <p:cxnSp>
            <p:nvCxnSpPr>
              <p:cNvPr id="176" name="Google Shape;176;p8"/>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177" name="Google Shape;177;p8"/>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178" name="Google Shape;178;p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 name="Google Shape;179;p8"/>
            <p:cNvGrpSpPr/>
            <p:nvPr/>
          </p:nvGrpSpPr>
          <p:grpSpPr>
            <a:xfrm flipH="1">
              <a:off x="7998987" y="-1945430"/>
              <a:ext cx="681217" cy="3360485"/>
              <a:chOff x="1337800" y="-2525590"/>
              <a:chExt cx="1498167" cy="7390555"/>
            </a:xfrm>
          </p:grpSpPr>
          <p:cxnSp>
            <p:nvCxnSpPr>
              <p:cNvPr id="180" name="Google Shape;180;p8"/>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181" name="Google Shape;181;p8"/>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182" name="Google Shape;182;p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 name="Google Shape;183;p8"/>
            <p:cNvGrpSpPr/>
            <p:nvPr/>
          </p:nvGrpSpPr>
          <p:grpSpPr>
            <a:xfrm rot="-5400000" flipH="1">
              <a:off x="-12066" y="-1786200"/>
              <a:ext cx="3859204" cy="615399"/>
              <a:chOff x="-6675" y="307100"/>
              <a:chExt cx="9140700" cy="4634025"/>
            </a:xfrm>
          </p:grpSpPr>
          <p:cxnSp>
            <p:nvCxnSpPr>
              <p:cNvPr id="184" name="Google Shape;184;p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5" name="Google Shape;185;p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6" name="Google Shape;186;p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7" name="Google Shape;187;p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8" name="Google Shape;188;p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9" name="Google Shape;189;p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0" name="Google Shape;190;p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1" name="Google Shape;191;p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2" name="Google Shape;192;p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3" name="Google Shape;193;p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194" name="Google Shape;194;p8"/>
            <p:cNvSpPr/>
            <p:nvPr/>
          </p:nvSpPr>
          <p:spPr>
            <a:xfrm flipH="1">
              <a:off x="-3151463" y="4511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195" name="Google Shape;195;p8"/>
          <p:cNvGrpSpPr/>
          <p:nvPr/>
        </p:nvGrpSpPr>
        <p:grpSpPr>
          <a:xfrm>
            <a:off x="547096" y="974375"/>
            <a:ext cx="9244448" cy="3848385"/>
            <a:chOff x="547096" y="974375"/>
            <a:chExt cx="9244448" cy="3848385"/>
          </a:xfrm>
        </p:grpSpPr>
        <p:grpSp>
          <p:nvGrpSpPr>
            <p:cNvPr id="196" name="Google Shape;196;p8"/>
            <p:cNvGrpSpPr/>
            <p:nvPr/>
          </p:nvGrpSpPr>
          <p:grpSpPr>
            <a:xfrm>
              <a:off x="547096" y="3571493"/>
              <a:ext cx="9010768" cy="1251268"/>
              <a:chOff x="547096" y="3571493"/>
              <a:chExt cx="9010768" cy="1251268"/>
            </a:xfrm>
          </p:grpSpPr>
          <p:grpSp>
            <p:nvGrpSpPr>
              <p:cNvPr id="197" name="Google Shape;197;p8"/>
              <p:cNvGrpSpPr/>
              <p:nvPr/>
            </p:nvGrpSpPr>
            <p:grpSpPr>
              <a:xfrm>
                <a:off x="547096" y="3613321"/>
                <a:ext cx="269696" cy="1209440"/>
                <a:chOff x="803996" y="3613321"/>
                <a:chExt cx="269696" cy="1209440"/>
              </a:xfrm>
            </p:grpSpPr>
            <p:sp>
              <p:nvSpPr>
                <p:cNvPr id="198" name="Google Shape;198;p8"/>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 name="Google Shape;200;p8"/>
              <p:cNvGrpSpPr/>
              <p:nvPr/>
            </p:nvGrpSpPr>
            <p:grpSpPr>
              <a:xfrm rot="5400000">
                <a:off x="8818296" y="3101621"/>
                <a:ext cx="269696" cy="1209440"/>
                <a:chOff x="803996" y="3613321"/>
                <a:chExt cx="269696" cy="1209440"/>
              </a:xfrm>
            </p:grpSpPr>
            <p:sp>
              <p:nvSpPr>
                <p:cNvPr id="201" name="Google Shape;201;p8"/>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3" name="Google Shape;203;p8"/>
            <p:cNvGrpSpPr/>
            <p:nvPr/>
          </p:nvGrpSpPr>
          <p:grpSpPr>
            <a:xfrm>
              <a:off x="8680200" y="974375"/>
              <a:ext cx="1111343" cy="1111343"/>
              <a:chOff x="8307725" y="278700"/>
              <a:chExt cx="1111343" cy="1111343"/>
            </a:xfrm>
          </p:grpSpPr>
          <p:sp>
            <p:nvSpPr>
              <p:cNvPr id="204" name="Google Shape;204;p8"/>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6"/>
        <p:cNvGrpSpPr/>
        <p:nvPr/>
      </p:nvGrpSpPr>
      <p:grpSpPr>
        <a:xfrm>
          <a:off x="0" y="0"/>
          <a:ext cx="0" cy="0"/>
          <a:chOff x="0" y="0"/>
          <a:chExt cx="0" cy="0"/>
        </a:xfrm>
      </p:grpSpPr>
      <p:sp>
        <p:nvSpPr>
          <p:cNvPr id="207" name="Google Shape;207;p9"/>
          <p:cNvSpPr txBox="1">
            <a:spLocks noGrp="1"/>
          </p:cNvSpPr>
          <p:nvPr>
            <p:ph type="title"/>
          </p:nvPr>
        </p:nvSpPr>
        <p:spPr>
          <a:xfrm>
            <a:off x="2135550" y="1857350"/>
            <a:ext cx="4872900" cy="124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000"/>
              <a:buNone/>
              <a:defRPr sz="7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08" name="Google Shape;208;p9"/>
          <p:cNvSpPr txBox="1">
            <a:spLocks noGrp="1"/>
          </p:cNvSpPr>
          <p:nvPr>
            <p:ph type="subTitle" idx="1"/>
          </p:nvPr>
        </p:nvSpPr>
        <p:spPr>
          <a:xfrm>
            <a:off x="2135550" y="310697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algn="ctr" rtl="0">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a:endParaRPr/>
          </a:p>
        </p:txBody>
      </p:sp>
      <p:sp>
        <p:nvSpPr>
          <p:cNvPr id="209" name="Google Shape;209;p9"/>
          <p:cNvSpPr/>
          <p:nvPr/>
        </p:nvSpPr>
        <p:spPr>
          <a:xfrm>
            <a:off x="9336712" y="7135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 name="Google Shape;210;p9"/>
          <p:cNvGrpSpPr/>
          <p:nvPr/>
        </p:nvGrpSpPr>
        <p:grpSpPr>
          <a:xfrm>
            <a:off x="-2757425" y="-2776080"/>
            <a:ext cx="12134200" cy="9442910"/>
            <a:chOff x="-2757425" y="-2776080"/>
            <a:chExt cx="12134200" cy="9442910"/>
          </a:xfrm>
        </p:grpSpPr>
        <p:grpSp>
          <p:nvGrpSpPr>
            <p:cNvPr id="211" name="Google Shape;211;p9"/>
            <p:cNvGrpSpPr/>
            <p:nvPr/>
          </p:nvGrpSpPr>
          <p:grpSpPr>
            <a:xfrm rot="-5400000" flipH="1">
              <a:off x="-1755963" y="657655"/>
              <a:ext cx="4791669" cy="923822"/>
              <a:chOff x="-78438" y="3775205"/>
              <a:chExt cx="4791669" cy="923822"/>
            </a:xfrm>
          </p:grpSpPr>
          <p:cxnSp>
            <p:nvCxnSpPr>
              <p:cNvPr id="212" name="Google Shape;212;p9"/>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9"/>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214" name="Google Shape;214;p9"/>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9"/>
            <p:cNvGrpSpPr/>
            <p:nvPr/>
          </p:nvGrpSpPr>
          <p:grpSpPr>
            <a:xfrm rot="10800000">
              <a:off x="8695559" y="3306345"/>
              <a:ext cx="681217" cy="3360485"/>
              <a:chOff x="1337800" y="-2525590"/>
              <a:chExt cx="1498167" cy="7390555"/>
            </a:xfrm>
          </p:grpSpPr>
          <p:cxnSp>
            <p:nvCxnSpPr>
              <p:cNvPr id="216" name="Google Shape;216;p9"/>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217" name="Google Shape;217;p9"/>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218" name="Google Shape;218;p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9"/>
            <p:cNvGrpSpPr/>
            <p:nvPr/>
          </p:nvGrpSpPr>
          <p:grpSpPr>
            <a:xfrm>
              <a:off x="146409" y="-2776080"/>
              <a:ext cx="681217" cy="3360485"/>
              <a:chOff x="1337800" y="-2525590"/>
              <a:chExt cx="1498167" cy="7390555"/>
            </a:xfrm>
          </p:grpSpPr>
          <p:cxnSp>
            <p:nvCxnSpPr>
              <p:cNvPr id="220" name="Google Shape;220;p9"/>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21" name="Google Shape;221;p9"/>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22" name="Google Shape;222;p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9"/>
            <p:cNvGrpSpPr/>
            <p:nvPr/>
          </p:nvGrpSpPr>
          <p:grpSpPr>
            <a:xfrm>
              <a:off x="-2757425" y="811862"/>
              <a:ext cx="3859204" cy="615399"/>
              <a:chOff x="-6675" y="307100"/>
              <a:chExt cx="9140700" cy="4634025"/>
            </a:xfrm>
          </p:grpSpPr>
          <p:cxnSp>
            <p:nvCxnSpPr>
              <p:cNvPr id="224" name="Google Shape;224;p9"/>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5" name="Google Shape;225;p9"/>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6" name="Google Shape;226;p9"/>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7" name="Google Shape;227;p9"/>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8" name="Google Shape;228;p9"/>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9" name="Google Shape;229;p9"/>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0" name="Google Shape;230;p9"/>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1" name="Google Shape;231;p9"/>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2" name="Google Shape;232;p9"/>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3" name="Google Shape;233;p9"/>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234" name="Google Shape;234;p9"/>
            <p:cNvSpPr/>
            <p:nvPr/>
          </p:nvSpPr>
          <p:spPr>
            <a:xfrm rot="5400000">
              <a:off x="5637675" y="29867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235" name="Google Shape;235;p9"/>
          <p:cNvGrpSpPr/>
          <p:nvPr/>
        </p:nvGrpSpPr>
        <p:grpSpPr>
          <a:xfrm>
            <a:off x="-157525" y="1684573"/>
            <a:ext cx="8689055" cy="440880"/>
            <a:chOff x="-157525" y="1684573"/>
            <a:chExt cx="8689055" cy="440880"/>
          </a:xfrm>
        </p:grpSpPr>
        <p:sp>
          <p:nvSpPr>
            <p:cNvPr id="236" name="Google Shape;236;p9"/>
            <p:cNvSpPr/>
            <p:nvPr/>
          </p:nvSpPr>
          <p:spPr>
            <a:xfrm>
              <a:off x="8491475" y="1684573"/>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9"/>
            <p:cNvSpPr/>
            <p:nvPr/>
          </p:nvSpPr>
          <p:spPr>
            <a:xfrm rot="-5400000">
              <a:off x="42887" y="17249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9"/>
          <p:cNvGrpSpPr/>
          <p:nvPr/>
        </p:nvGrpSpPr>
        <p:grpSpPr>
          <a:xfrm>
            <a:off x="-350826" y="649496"/>
            <a:ext cx="9280380" cy="5170923"/>
            <a:chOff x="-350826" y="649496"/>
            <a:chExt cx="9280380" cy="5170923"/>
          </a:xfrm>
        </p:grpSpPr>
        <p:grpSp>
          <p:nvGrpSpPr>
            <p:cNvPr id="239" name="Google Shape;239;p9"/>
            <p:cNvGrpSpPr/>
            <p:nvPr/>
          </p:nvGrpSpPr>
          <p:grpSpPr>
            <a:xfrm>
              <a:off x="-350826" y="649496"/>
              <a:ext cx="9280380" cy="1759405"/>
              <a:chOff x="-350826" y="649496"/>
              <a:chExt cx="9280380" cy="1759405"/>
            </a:xfrm>
          </p:grpSpPr>
          <p:sp>
            <p:nvSpPr>
              <p:cNvPr id="240" name="Google Shape;240;p9"/>
              <p:cNvSpPr/>
              <p:nvPr/>
            </p:nvSpPr>
            <p:spPr>
              <a:xfrm rot="10800000">
                <a:off x="8886438" y="12095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9"/>
              <p:cNvSpPr/>
              <p:nvPr/>
            </p:nvSpPr>
            <p:spPr>
              <a:xfrm rot="10800000">
                <a:off x="8695083" y="6494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p:nvPr/>
            </p:nvSpPr>
            <p:spPr>
              <a:xfrm rot="5400000">
                <a:off x="425209" y="19584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9"/>
              <p:cNvSpPr/>
              <p:nvPr/>
            </p:nvSpPr>
            <p:spPr>
              <a:xfrm rot="5400000">
                <a:off x="25375" y="1957600"/>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 name="Google Shape;244;p9"/>
            <p:cNvGrpSpPr/>
            <p:nvPr/>
          </p:nvGrpSpPr>
          <p:grpSpPr>
            <a:xfrm>
              <a:off x="7280000" y="4709075"/>
              <a:ext cx="1111343" cy="1111343"/>
              <a:chOff x="8307725" y="278700"/>
              <a:chExt cx="1111343" cy="1111343"/>
            </a:xfrm>
          </p:grpSpPr>
          <p:sp>
            <p:nvSpPr>
              <p:cNvPr id="245" name="Google Shape;245;p9"/>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7"/>
        <p:cNvGrpSpPr/>
        <p:nvPr/>
      </p:nvGrpSpPr>
      <p:grpSpPr>
        <a:xfrm>
          <a:off x="0" y="0"/>
          <a:ext cx="0" cy="0"/>
          <a:chOff x="0" y="0"/>
          <a:chExt cx="0" cy="0"/>
        </a:xfrm>
      </p:grpSpPr>
      <p:sp>
        <p:nvSpPr>
          <p:cNvPr id="248" name="Google Shape;248;p10"/>
          <p:cNvSpPr txBox="1">
            <a:spLocks noGrp="1"/>
          </p:cNvSpPr>
          <p:nvPr>
            <p:ph type="title"/>
          </p:nvPr>
        </p:nvSpPr>
        <p:spPr>
          <a:xfrm>
            <a:off x="720000" y="4014450"/>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49" name="Google Shape;249;p10"/>
          <p:cNvGrpSpPr/>
          <p:nvPr/>
        </p:nvGrpSpPr>
        <p:grpSpPr>
          <a:xfrm>
            <a:off x="-2466243" y="-2869459"/>
            <a:ext cx="11395878" cy="4597207"/>
            <a:chOff x="-2466243" y="-2869459"/>
            <a:chExt cx="11395878" cy="4597207"/>
          </a:xfrm>
        </p:grpSpPr>
        <p:grpSp>
          <p:nvGrpSpPr>
            <p:cNvPr id="250" name="Google Shape;250;p10"/>
            <p:cNvGrpSpPr/>
            <p:nvPr/>
          </p:nvGrpSpPr>
          <p:grpSpPr>
            <a:xfrm>
              <a:off x="-2466243" y="364624"/>
              <a:ext cx="4486819" cy="625122"/>
              <a:chOff x="-78438" y="4073905"/>
              <a:chExt cx="4486819" cy="625122"/>
            </a:xfrm>
          </p:grpSpPr>
          <p:cxnSp>
            <p:nvCxnSpPr>
              <p:cNvPr id="251" name="Google Shape;251;p10"/>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52" name="Google Shape;252;p10"/>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p10"/>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0"/>
            <p:cNvGrpSpPr/>
            <p:nvPr/>
          </p:nvGrpSpPr>
          <p:grpSpPr>
            <a:xfrm rot="5400000" flipH="1">
              <a:off x="-1083007" y="-1247557"/>
              <a:ext cx="3859204" cy="615399"/>
              <a:chOff x="-6675" y="307100"/>
              <a:chExt cx="9140700" cy="4634025"/>
            </a:xfrm>
          </p:grpSpPr>
          <p:cxnSp>
            <p:nvCxnSpPr>
              <p:cNvPr id="255" name="Google Shape;255;p10"/>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6" name="Google Shape;256;p10"/>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7" name="Google Shape;257;p10"/>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8" name="Google Shape;258;p10"/>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9" name="Google Shape;259;p10"/>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0" name="Google Shape;260;p10"/>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1" name="Google Shape;261;p10"/>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2" name="Google Shape;262;p10"/>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3" name="Google Shape;263;p10"/>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4" name="Google Shape;264;p10"/>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265" name="Google Shape;265;p10"/>
            <p:cNvGrpSpPr/>
            <p:nvPr/>
          </p:nvGrpSpPr>
          <p:grpSpPr>
            <a:xfrm>
              <a:off x="8248398" y="-1632737"/>
              <a:ext cx="681237" cy="3360485"/>
              <a:chOff x="8248398" y="-1632737"/>
              <a:chExt cx="681237" cy="3360485"/>
            </a:xfrm>
          </p:grpSpPr>
          <p:grpSp>
            <p:nvGrpSpPr>
              <p:cNvPr id="266" name="Google Shape;266;p10"/>
              <p:cNvGrpSpPr/>
              <p:nvPr/>
            </p:nvGrpSpPr>
            <p:grpSpPr>
              <a:xfrm flipH="1">
                <a:off x="8248398" y="-1632737"/>
                <a:ext cx="681217" cy="3360485"/>
                <a:chOff x="1337800" y="-2525590"/>
                <a:chExt cx="1498167" cy="7390555"/>
              </a:xfrm>
            </p:grpSpPr>
            <p:cxnSp>
              <p:nvCxnSpPr>
                <p:cNvPr id="267" name="Google Shape;267;p10"/>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68" name="Google Shape;268;p10"/>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69" name="Google Shape;269;p10"/>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10"/>
              <p:cNvGrpSpPr/>
              <p:nvPr/>
            </p:nvGrpSpPr>
            <p:grpSpPr>
              <a:xfrm>
                <a:off x="8436314" y="360846"/>
                <a:ext cx="493321" cy="357312"/>
                <a:chOff x="1722354" y="229144"/>
                <a:chExt cx="1748744" cy="1266614"/>
              </a:xfrm>
            </p:grpSpPr>
            <p:sp>
              <p:nvSpPr>
                <p:cNvPr id="271" name="Google Shape;271;p10"/>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0"/>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73" name="Google Shape;273;p10"/>
          <p:cNvGrpSpPr/>
          <p:nvPr/>
        </p:nvGrpSpPr>
        <p:grpSpPr>
          <a:xfrm>
            <a:off x="-150883" y="1137478"/>
            <a:ext cx="9080518" cy="813868"/>
            <a:chOff x="-150883" y="1137478"/>
            <a:chExt cx="9080518" cy="813868"/>
          </a:xfrm>
        </p:grpSpPr>
        <p:sp>
          <p:nvSpPr>
            <p:cNvPr id="274" name="Google Shape;274;p10"/>
            <p:cNvSpPr/>
            <p:nvPr/>
          </p:nvSpPr>
          <p:spPr>
            <a:xfrm rot="5400000" flipH="1">
              <a:off x="49529" y="9370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0"/>
            <p:cNvSpPr/>
            <p:nvPr/>
          </p:nvSpPr>
          <p:spPr>
            <a:xfrm flipH="1">
              <a:off x="8889579" y="15104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10"/>
          <p:cNvGrpSpPr/>
          <p:nvPr/>
        </p:nvGrpSpPr>
        <p:grpSpPr>
          <a:xfrm>
            <a:off x="-201760" y="1366772"/>
            <a:ext cx="9923304" cy="3117922"/>
            <a:chOff x="-201760" y="1366772"/>
            <a:chExt cx="9923304" cy="3117922"/>
          </a:xfrm>
        </p:grpSpPr>
        <p:grpSp>
          <p:nvGrpSpPr>
            <p:cNvPr id="277" name="Google Shape;277;p10"/>
            <p:cNvGrpSpPr/>
            <p:nvPr/>
          </p:nvGrpSpPr>
          <p:grpSpPr>
            <a:xfrm>
              <a:off x="8610200" y="3373350"/>
              <a:ext cx="1111343" cy="1111343"/>
              <a:chOff x="8307725" y="278700"/>
              <a:chExt cx="1111343" cy="1111343"/>
            </a:xfrm>
          </p:grpSpPr>
          <p:sp>
            <p:nvSpPr>
              <p:cNvPr id="278" name="Google Shape;278;p10"/>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0"/>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10"/>
            <p:cNvGrpSpPr/>
            <p:nvPr/>
          </p:nvGrpSpPr>
          <p:grpSpPr>
            <a:xfrm flipH="1">
              <a:off x="8674231" y="1727755"/>
              <a:ext cx="247278" cy="1160062"/>
              <a:chOff x="1463894" y="1434556"/>
              <a:chExt cx="247278" cy="1160062"/>
            </a:xfrm>
          </p:grpSpPr>
          <p:sp>
            <p:nvSpPr>
              <p:cNvPr id="281" name="Google Shape;281;p1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10"/>
            <p:cNvGrpSpPr/>
            <p:nvPr/>
          </p:nvGrpSpPr>
          <p:grpSpPr>
            <a:xfrm rot="5400000" flipH="1">
              <a:off x="254631" y="910380"/>
              <a:ext cx="247278" cy="1160062"/>
              <a:chOff x="1463894" y="1434556"/>
              <a:chExt cx="247278" cy="1160062"/>
            </a:xfrm>
          </p:grpSpPr>
          <p:sp>
            <p:nvSpPr>
              <p:cNvPr id="284" name="Google Shape;284;p1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86"/>
        <p:cNvGrpSpPr/>
        <p:nvPr/>
      </p:nvGrpSpPr>
      <p:grpSpPr>
        <a:xfrm>
          <a:off x="0" y="0"/>
          <a:ext cx="0" cy="0"/>
          <a:chOff x="0" y="0"/>
          <a:chExt cx="0" cy="0"/>
        </a:xfrm>
      </p:grpSpPr>
      <p:sp>
        <p:nvSpPr>
          <p:cNvPr id="287" name="Google Shape;287;p11"/>
          <p:cNvSpPr txBox="1">
            <a:spLocks noGrp="1"/>
          </p:cNvSpPr>
          <p:nvPr>
            <p:ph type="title" hasCustomPrompt="1"/>
          </p:nvPr>
        </p:nvSpPr>
        <p:spPr>
          <a:xfrm>
            <a:off x="2405125" y="2040775"/>
            <a:ext cx="5307000" cy="998100"/>
          </a:xfrm>
          <a:prstGeom prst="rect">
            <a:avLst/>
          </a:prstGeom>
          <a:solidFill>
            <a:srgbClr val="FFFFFF">
              <a:alpha val="7500"/>
            </a:srgbClr>
          </a:solidFill>
        </p:spPr>
        <p:txBody>
          <a:bodyPr spcFirstLastPara="1" wrap="square" lIns="91425" tIns="91425" rIns="91425" bIns="91425" anchor="ctr" anchorCtr="0">
            <a:noAutofit/>
          </a:bodyPr>
          <a:lstStyle>
            <a:lvl1pPr lvl="0">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8" name="Google Shape;288;p11"/>
          <p:cNvSpPr txBox="1">
            <a:spLocks noGrp="1"/>
          </p:cNvSpPr>
          <p:nvPr>
            <p:ph type="subTitle" idx="1"/>
          </p:nvPr>
        </p:nvSpPr>
        <p:spPr>
          <a:xfrm>
            <a:off x="2405125" y="3038875"/>
            <a:ext cx="5307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289" name="Google Shape;289;p11"/>
          <p:cNvGrpSpPr/>
          <p:nvPr/>
        </p:nvGrpSpPr>
        <p:grpSpPr>
          <a:xfrm>
            <a:off x="320869" y="892488"/>
            <a:ext cx="5247943" cy="4005530"/>
            <a:chOff x="320869" y="892488"/>
            <a:chExt cx="5247943" cy="4005530"/>
          </a:xfrm>
        </p:grpSpPr>
        <p:sp>
          <p:nvSpPr>
            <p:cNvPr id="290" name="Google Shape;290;p11"/>
            <p:cNvSpPr/>
            <p:nvPr/>
          </p:nvSpPr>
          <p:spPr>
            <a:xfrm rot="10800000">
              <a:off x="320869" y="89248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1"/>
            <p:cNvSpPr/>
            <p:nvPr/>
          </p:nvSpPr>
          <p:spPr>
            <a:xfrm rot="5400000">
              <a:off x="5328344" y="4657550"/>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292;p11"/>
          <p:cNvGrpSpPr/>
          <p:nvPr/>
        </p:nvGrpSpPr>
        <p:grpSpPr>
          <a:xfrm>
            <a:off x="1123153" y="-134519"/>
            <a:ext cx="5670106" cy="5849863"/>
            <a:chOff x="1123153" y="-134519"/>
            <a:chExt cx="5670106" cy="5849863"/>
          </a:xfrm>
        </p:grpSpPr>
        <p:grpSp>
          <p:nvGrpSpPr>
            <p:cNvPr id="293" name="Google Shape;293;p11"/>
            <p:cNvGrpSpPr/>
            <p:nvPr/>
          </p:nvGrpSpPr>
          <p:grpSpPr>
            <a:xfrm>
              <a:off x="1123153" y="-134519"/>
              <a:ext cx="5670106" cy="5032541"/>
              <a:chOff x="1123153" y="-134519"/>
              <a:chExt cx="5670106" cy="5032541"/>
            </a:xfrm>
          </p:grpSpPr>
          <p:sp>
            <p:nvSpPr>
              <p:cNvPr id="294" name="Google Shape;294;p11"/>
              <p:cNvSpPr/>
              <p:nvPr/>
            </p:nvSpPr>
            <p:spPr>
              <a:xfrm>
                <a:off x="1123153" y="-134519"/>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 name="Google Shape;295;p11"/>
              <p:cNvGrpSpPr/>
              <p:nvPr/>
            </p:nvGrpSpPr>
            <p:grpSpPr>
              <a:xfrm>
                <a:off x="5633198" y="4650744"/>
                <a:ext cx="1160062" cy="247278"/>
                <a:chOff x="8208698" y="2109319"/>
                <a:chExt cx="1160062" cy="247278"/>
              </a:xfrm>
            </p:grpSpPr>
            <p:sp>
              <p:nvSpPr>
                <p:cNvPr id="296" name="Google Shape;296;p11"/>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1"/>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8" name="Google Shape;298;p11"/>
            <p:cNvGrpSpPr/>
            <p:nvPr/>
          </p:nvGrpSpPr>
          <p:grpSpPr>
            <a:xfrm>
              <a:off x="3220925" y="4604000"/>
              <a:ext cx="1111343" cy="1111343"/>
              <a:chOff x="8307725" y="278700"/>
              <a:chExt cx="1111343" cy="1111343"/>
            </a:xfrm>
          </p:grpSpPr>
          <p:sp>
            <p:nvSpPr>
              <p:cNvPr id="299" name="Google Shape;299;p11"/>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1"/>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1" name="Google Shape;301;p11"/>
          <p:cNvGrpSpPr/>
          <p:nvPr/>
        </p:nvGrpSpPr>
        <p:grpSpPr>
          <a:xfrm>
            <a:off x="575287" y="-1805003"/>
            <a:ext cx="8258546" cy="9711728"/>
            <a:chOff x="575287" y="-1805003"/>
            <a:chExt cx="8258546" cy="9711728"/>
          </a:xfrm>
        </p:grpSpPr>
        <p:grpSp>
          <p:nvGrpSpPr>
            <p:cNvPr id="302" name="Google Shape;302;p11"/>
            <p:cNvGrpSpPr/>
            <p:nvPr/>
          </p:nvGrpSpPr>
          <p:grpSpPr>
            <a:xfrm>
              <a:off x="575287" y="-1805003"/>
              <a:ext cx="8258546" cy="9711728"/>
              <a:chOff x="575287" y="-1805003"/>
              <a:chExt cx="8258546" cy="9711728"/>
            </a:xfrm>
          </p:grpSpPr>
          <p:grpSp>
            <p:nvGrpSpPr>
              <p:cNvPr id="303" name="Google Shape;303;p11"/>
              <p:cNvGrpSpPr/>
              <p:nvPr/>
            </p:nvGrpSpPr>
            <p:grpSpPr>
              <a:xfrm>
                <a:off x="575287" y="-1805003"/>
                <a:ext cx="681217" cy="3360485"/>
                <a:chOff x="1121833" y="-3524490"/>
                <a:chExt cx="1498167" cy="7390555"/>
              </a:xfrm>
            </p:grpSpPr>
            <p:cxnSp>
              <p:nvCxnSpPr>
                <p:cNvPr id="304" name="Google Shape;304;p11"/>
                <p:cNvCxnSpPr/>
                <p:nvPr/>
              </p:nvCxnSpPr>
              <p:spPr>
                <a:xfrm rot="10800000">
                  <a:off x="1121833" y="-35244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305" name="Google Shape;305;p11"/>
                <p:cNvCxnSpPr/>
                <p:nvPr/>
              </p:nvCxnSpPr>
              <p:spPr>
                <a:xfrm>
                  <a:off x="1121833" y="23482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306" name="Google Shape;306;p11"/>
                <p:cNvSpPr/>
                <p:nvPr/>
              </p:nvSpPr>
              <p:spPr>
                <a:xfrm rot="5400000">
                  <a:off x="2196889" y="3442953"/>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11"/>
              <p:cNvGrpSpPr/>
              <p:nvPr/>
            </p:nvGrpSpPr>
            <p:grpSpPr>
              <a:xfrm rot="5400000" flipH="1">
                <a:off x="6277862" y="5350755"/>
                <a:ext cx="4486819" cy="625122"/>
                <a:chOff x="-78438" y="4073905"/>
                <a:chExt cx="4486819" cy="625122"/>
              </a:xfrm>
            </p:grpSpPr>
            <p:cxnSp>
              <p:nvCxnSpPr>
                <p:cNvPr id="308" name="Google Shape;308;p11"/>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309" name="Google Shape;309;p11"/>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310" name="Google Shape;310;p11"/>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11"/>
              <p:cNvGrpSpPr/>
              <p:nvPr/>
            </p:nvGrpSpPr>
            <p:grpSpPr>
              <a:xfrm rot="-5400000">
                <a:off x="8362764" y="67996"/>
                <a:ext cx="493321" cy="357312"/>
                <a:chOff x="1722354" y="229144"/>
                <a:chExt cx="1748744" cy="1266614"/>
              </a:xfrm>
            </p:grpSpPr>
            <p:sp>
              <p:nvSpPr>
                <p:cNvPr id="312" name="Google Shape;312;p11"/>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4" name="Google Shape;314;p11"/>
            <p:cNvGrpSpPr/>
            <p:nvPr/>
          </p:nvGrpSpPr>
          <p:grpSpPr>
            <a:xfrm rot="10800000">
              <a:off x="7090737" y="4224472"/>
              <a:ext cx="681217" cy="3360485"/>
              <a:chOff x="1337800" y="-2525590"/>
              <a:chExt cx="1498167" cy="7390555"/>
            </a:xfrm>
          </p:grpSpPr>
          <p:cxnSp>
            <p:nvCxnSpPr>
              <p:cNvPr id="315" name="Google Shape;315;p11"/>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316" name="Google Shape;316;p11"/>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317" name="Google Shape;317;p11"/>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31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00"/>
        <p:cNvGrpSpPr/>
        <p:nvPr/>
      </p:nvGrpSpPr>
      <p:grpSpPr>
        <a:xfrm>
          <a:off x="0" y="0"/>
          <a:ext cx="0" cy="0"/>
          <a:chOff x="0" y="0"/>
          <a:chExt cx="0" cy="0"/>
        </a:xfrm>
      </p:grpSpPr>
      <p:sp>
        <p:nvSpPr>
          <p:cNvPr id="401" name="Google Shape;40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2" name="Google Shape;402;p16"/>
          <p:cNvSpPr txBox="1">
            <a:spLocks noGrp="1"/>
          </p:cNvSpPr>
          <p:nvPr>
            <p:ph type="subTitle" idx="1"/>
          </p:nvPr>
        </p:nvSpPr>
        <p:spPr>
          <a:xfrm>
            <a:off x="1090025" y="2438273"/>
            <a:ext cx="22602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3" name="Google Shape;403;p16"/>
          <p:cNvSpPr txBox="1">
            <a:spLocks noGrp="1"/>
          </p:cNvSpPr>
          <p:nvPr>
            <p:ph type="subTitle" idx="2"/>
          </p:nvPr>
        </p:nvSpPr>
        <p:spPr>
          <a:xfrm>
            <a:off x="3501725" y="2438273"/>
            <a:ext cx="22602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4" name="Google Shape;404;p16"/>
          <p:cNvSpPr txBox="1">
            <a:spLocks noGrp="1"/>
          </p:cNvSpPr>
          <p:nvPr>
            <p:ph type="subTitle" idx="3"/>
          </p:nvPr>
        </p:nvSpPr>
        <p:spPr>
          <a:xfrm>
            <a:off x="5913431" y="2438273"/>
            <a:ext cx="22602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5" name="Google Shape;405;p16"/>
          <p:cNvSpPr txBox="1">
            <a:spLocks noGrp="1"/>
          </p:cNvSpPr>
          <p:nvPr>
            <p:ph type="subTitle" idx="4"/>
          </p:nvPr>
        </p:nvSpPr>
        <p:spPr>
          <a:xfrm>
            <a:off x="1090025" y="2029925"/>
            <a:ext cx="2260200" cy="480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06" name="Google Shape;406;p16"/>
          <p:cNvSpPr txBox="1">
            <a:spLocks noGrp="1"/>
          </p:cNvSpPr>
          <p:nvPr>
            <p:ph type="subTitle" idx="5"/>
          </p:nvPr>
        </p:nvSpPr>
        <p:spPr>
          <a:xfrm>
            <a:off x="3501728" y="2029925"/>
            <a:ext cx="2260200" cy="480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07" name="Google Shape;407;p16"/>
          <p:cNvSpPr txBox="1">
            <a:spLocks noGrp="1"/>
          </p:cNvSpPr>
          <p:nvPr>
            <p:ph type="subTitle" idx="6"/>
          </p:nvPr>
        </p:nvSpPr>
        <p:spPr>
          <a:xfrm>
            <a:off x="5913432" y="2029925"/>
            <a:ext cx="2260200" cy="480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08" name="Google Shape;408;p16"/>
          <p:cNvGrpSpPr/>
          <p:nvPr/>
        </p:nvGrpSpPr>
        <p:grpSpPr>
          <a:xfrm>
            <a:off x="188277" y="445029"/>
            <a:ext cx="8669349" cy="4596267"/>
            <a:chOff x="188277" y="445029"/>
            <a:chExt cx="8669349" cy="4596267"/>
          </a:xfrm>
        </p:grpSpPr>
        <p:sp>
          <p:nvSpPr>
            <p:cNvPr id="409" name="Google Shape;409;p16"/>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6"/>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 name="Google Shape;411;p16"/>
            <p:cNvGrpSpPr/>
            <p:nvPr/>
          </p:nvGrpSpPr>
          <p:grpSpPr>
            <a:xfrm>
              <a:off x="188277" y="4275152"/>
              <a:ext cx="206891" cy="766144"/>
              <a:chOff x="8650702" y="3525402"/>
              <a:chExt cx="206891" cy="766144"/>
            </a:xfrm>
          </p:grpSpPr>
          <p:sp>
            <p:nvSpPr>
              <p:cNvPr id="412" name="Google Shape;412;p16"/>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6"/>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4" name="Google Shape;414;p16"/>
          <p:cNvGrpSpPr/>
          <p:nvPr/>
        </p:nvGrpSpPr>
        <p:grpSpPr>
          <a:xfrm>
            <a:off x="478250" y="1380581"/>
            <a:ext cx="8298985" cy="1930684"/>
            <a:chOff x="478250" y="1380581"/>
            <a:chExt cx="8298985" cy="1930684"/>
          </a:xfrm>
        </p:grpSpPr>
        <p:sp>
          <p:nvSpPr>
            <p:cNvPr id="415" name="Google Shape;415;p16"/>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6"/>
            <p:cNvSpPr/>
            <p:nvPr/>
          </p:nvSpPr>
          <p:spPr>
            <a:xfrm rot="10800000">
              <a:off x="478250" y="287038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16"/>
          <p:cNvGrpSpPr/>
          <p:nvPr/>
        </p:nvGrpSpPr>
        <p:grpSpPr>
          <a:xfrm>
            <a:off x="260198" y="-534009"/>
            <a:ext cx="8742927" cy="5946659"/>
            <a:chOff x="260198" y="-534009"/>
            <a:chExt cx="8742927" cy="5946659"/>
          </a:xfrm>
        </p:grpSpPr>
        <p:grpSp>
          <p:nvGrpSpPr>
            <p:cNvPr id="418" name="Google Shape;418;p16"/>
            <p:cNvGrpSpPr/>
            <p:nvPr/>
          </p:nvGrpSpPr>
          <p:grpSpPr>
            <a:xfrm rot="5400000" flipH="1">
              <a:off x="7247712" y="-188135"/>
              <a:ext cx="965258" cy="273510"/>
              <a:chOff x="-6675" y="2881558"/>
              <a:chExt cx="9140700" cy="2059567"/>
            </a:xfrm>
          </p:grpSpPr>
          <p:cxnSp>
            <p:nvCxnSpPr>
              <p:cNvPr id="419" name="Google Shape;419;p16"/>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0" name="Google Shape;420;p16"/>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1" name="Google Shape;421;p16"/>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2" name="Google Shape;422;p16"/>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3" name="Google Shape;423;p16"/>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24" name="Google Shape;424;p16"/>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425" name="Google Shape;425;p16"/>
            <p:cNvGrpSpPr/>
            <p:nvPr/>
          </p:nvGrpSpPr>
          <p:grpSpPr>
            <a:xfrm>
              <a:off x="260198" y="3089575"/>
              <a:ext cx="493321" cy="2323075"/>
              <a:chOff x="260198" y="3089575"/>
              <a:chExt cx="493321" cy="2323075"/>
            </a:xfrm>
          </p:grpSpPr>
          <p:grpSp>
            <p:nvGrpSpPr>
              <p:cNvPr id="426" name="Google Shape;426;p16"/>
              <p:cNvGrpSpPr/>
              <p:nvPr/>
            </p:nvGrpSpPr>
            <p:grpSpPr>
              <a:xfrm rot="10800000">
                <a:off x="260198" y="3645746"/>
                <a:ext cx="493321" cy="357312"/>
                <a:chOff x="1722354" y="229144"/>
                <a:chExt cx="1748744" cy="1266614"/>
              </a:xfrm>
            </p:grpSpPr>
            <p:sp>
              <p:nvSpPr>
                <p:cNvPr id="427" name="Google Shape;427;p16"/>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6"/>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16"/>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grpSp>
      <p:sp>
        <p:nvSpPr>
          <p:cNvPr id="430" name="Google Shape;430;p16"/>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63"/>
        <p:cNvGrpSpPr/>
        <p:nvPr/>
      </p:nvGrpSpPr>
      <p:grpSpPr>
        <a:xfrm>
          <a:off x="0" y="0"/>
          <a:ext cx="0" cy="0"/>
          <a:chOff x="0" y="0"/>
          <a:chExt cx="0" cy="0"/>
        </a:xfrm>
      </p:grpSpPr>
      <p:sp>
        <p:nvSpPr>
          <p:cNvPr id="464" name="Google Shape;46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65" name="Google Shape;465;p18"/>
          <p:cNvSpPr txBox="1">
            <a:spLocks noGrp="1"/>
          </p:cNvSpPr>
          <p:nvPr>
            <p:ph type="subTitle" idx="1"/>
          </p:nvPr>
        </p:nvSpPr>
        <p:spPr>
          <a:xfrm>
            <a:off x="1182950" y="1729925"/>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6" name="Google Shape;466;p18"/>
          <p:cNvSpPr txBox="1">
            <a:spLocks noGrp="1"/>
          </p:cNvSpPr>
          <p:nvPr>
            <p:ph type="subTitle" idx="2"/>
          </p:nvPr>
        </p:nvSpPr>
        <p:spPr>
          <a:xfrm>
            <a:off x="3580856" y="1729934"/>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7" name="Google Shape;467;p18"/>
          <p:cNvSpPr txBox="1">
            <a:spLocks noGrp="1"/>
          </p:cNvSpPr>
          <p:nvPr>
            <p:ph type="subTitle" idx="3"/>
          </p:nvPr>
        </p:nvSpPr>
        <p:spPr>
          <a:xfrm>
            <a:off x="118295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8" name="Google Shape;468;p18"/>
          <p:cNvSpPr txBox="1">
            <a:spLocks noGrp="1"/>
          </p:cNvSpPr>
          <p:nvPr>
            <p:ph type="subTitle" idx="4"/>
          </p:nvPr>
        </p:nvSpPr>
        <p:spPr>
          <a:xfrm>
            <a:off x="357900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9" name="Google Shape;469;p18"/>
          <p:cNvSpPr txBox="1">
            <a:spLocks noGrp="1"/>
          </p:cNvSpPr>
          <p:nvPr>
            <p:ph type="subTitle" idx="5"/>
          </p:nvPr>
        </p:nvSpPr>
        <p:spPr>
          <a:xfrm>
            <a:off x="5975050" y="1729934"/>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0" name="Google Shape;470;p18"/>
          <p:cNvSpPr txBox="1">
            <a:spLocks noGrp="1"/>
          </p:cNvSpPr>
          <p:nvPr>
            <p:ph type="subTitle" idx="6"/>
          </p:nvPr>
        </p:nvSpPr>
        <p:spPr>
          <a:xfrm>
            <a:off x="5975050" y="3419050"/>
            <a:ext cx="1986000" cy="100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1" name="Google Shape;471;p18"/>
          <p:cNvSpPr txBox="1">
            <a:spLocks noGrp="1"/>
          </p:cNvSpPr>
          <p:nvPr>
            <p:ph type="subTitle" idx="7"/>
          </p:nvPr>
        </p:nvSpPr>
        <p:spPr>
          <a:xfrm>
            <a:off x="1190750" y="1396451"/>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2" name="Google Shape;472;p18"/>
          <p:cNvSpPr txBox="1">
            <a:spLocks noGrp="1"/>
          </p:cNvSpPr>
          <p:nvPr>
            <p:ph type="subTitle" idx="8"/>
          </p:nvPr>
        </p:nvSpPr>
        <p:spPr>
          <a:xfrm>
            <a:off x="3584756" y="1396458"/>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3" name="Google Shape;473;p18"/>
          <p:cNvSpPr txBox="1">
            <a:spLocks noGrp="1"/>
          </p:cNvSpPr>
          <p:nvPr>
            <p:ph type="subTitle" idx="9"/>
          </p:nvPr>
        </p:nvSpPr>
        <p:spPr>
          <a:xfrm>
            <a:off x="5978950" y="1396458"/>
            <a:ext cx="1978200" cy="465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4" name="Google Shape;474;p18"/>
          <p:cNvSpPr txBox="1">
            <a:spLocks noGrp="1"/>
          </p:cNvSpPr>
          <p:nvPr>
            <p:ph type="subTitle" idx="13"/>
          </p:nvPr>
        </p:nvSpPr>
        <p:spPr>
          <a:xfrm>
            <a:off x="1182950" y="3082550"/>
            <a:ext cx="19860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5" name="Google Shape;475;p18"/>
          <p:cNvSpPr txBox="1">
            <a:spLocks noGrp="1"/>
          </p:cNvSpPr>
          <p:nvPr>
            <p:ph type="subTitle" idx="14"/>
          </p:nvPr>
        </p:nvSpPr>
        <p:spPr>
          <a:xfrm>
            <a:off x="3584758" y="3082550"/>
            <a:ext cx="19782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sp>
        <p:nvSpPr>
          <p:cNvPr id="476" name="Google Shape;476;p18"/>
          <p:cNvSpPr txBox="1">
            <a:spLocks noGrp="1"/>
          </p:cNvSpPr>
          <p:nvPr>
            <p:ph type="subTitle" idx="15"/>
          </p:nvPr>
        </p:nvSpPr>
        <p:spPr>
          <a:xfrm>
            <a:off x="5978948" y="3082550"/>
            <a:ext cx="1978200" cy="46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a:endParaRPr/>
          </a:p>
        </p:txBody>
      </p:sp>
      <p:grpSp>
        <p:nvGrpSpPr>
          <p:cNvPr id="477" name="Google Shape;477;p18"/>
          <p:cNvGrpSpPr/>
          <p:nvPr/>
        </p:nvGrpSpPr>
        <p:grpSpPr>
          <a:xfrm>
            <a:off x="-173589" y="2054902"/>
            <a:ext cx="8977956" cy="875138"/>
            <a:chOff x="-173589" y="2054902"/>
            <a:chExt cx="8977956" cy="875138"/>
          </a:xfrm>
        </p:grpSpPr>
        <p:sp>
          <p:nvSpPr>
            <p:cNvPr id="478" name="Google Shape;478;p18"/>
            <p:cNvSpPr/>
            <p:nvPr/>
          </p:nvSpPr>
          <p:spPr>
            <a:xfrm rot="-5400000" flipH="1">
              <a:off x="157300" y="26709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8"/>
            <p:cNvSpPr/>
            <p:nvPr/>
          </p:nvSpPr>
          <p:spPr>
            <a:xfrm rot="-5400000" flipH="1">
              <a:off x="42350" y="24235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18"/>
            <p:cNvGrpSpPr/>
            <p:nvPr/>
          </p:nvGrpSpPr>
          <p:grpSpPr>
            <a:xfrm rot="10800000" flipH="1">
              <a:off x="8597477" y="2054902"/>
              <a:ext cx="206891" cy="766144"/>
              <a:chOff x="8650702" y="3525402"/>
              <a:chExt cx="206891" cy="766144"/>
            </a:xfrm>
          </p:grpSpPr>
          <p:sp>
            <p:nvSpPr>
              <p:cNvPr id="481" name="Google Shape;481;p18"/>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8"/>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3" name="Google Shape;483;p18"/>
          <p:cNvGrpSpPr/>
          <p:nvPr/>
        </p:nvGrpSpPr>
        <p:grpSpPr>
          <a:xfrm>
            <a:off x="756786" y="700836"/>
            <a:ext cx="8183234" cy="4589198"/>
            <a:chOff x="756786" y="700836"/>
            <a:chExt cx="8183234" cy="4589198"/>
          </a:xfrm>
        </p:grpSpPr>
        <p:sp>
          <p:nvSpPr>
            <p:cNvPr id="484" name="Google Shape;484;p18"/>
            <p:cNvSpPr/>
            <p:nvPr/>
          </p:nvSpPr>
          <p:spPr>
            <a:xfrm flipH="1">
              <a:off x="756786" y="484915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8"/>
            <p:cNvSpPr/>
            <p:nvPr/>
          </p:nvSpPr>
          <p:spPr>
            <a:xfrm rot="10800000" flipH="1">
              <a:off x="8899964" y="700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18"/>
          <p:cNvGrpSpPr/>
          <p:nvPr/>
        </p:nvGrpSpPr>
        <p:grpSpPr>
          <a:xfrm>
            <a:off x="-418722" y="-549400"/>
            <a:ext cx="9906875" cy="5811597"/>
            <a:chOff x="-418722" y="-549400"/>
            <a:chExt cx="9906875" cy="5811597"/>
          </a:xfrm>
        </p:grpSpPr>
        <p:grpSp>
          <p:nvGrpSpPr>
            <p:cNvPr id="487" name="Google Shape;487;p18"/>
            <p:cNvGrpSpPr/>
            <p:nvPr/>
          </p:nvGrpSpPr>
          <p:grpSpPr>
            <a:xfrm rot="10800000" flipH="1">
              <a:off x="8269288" y="182196"/>
              <a:ext cx="493321" cy="357312"/>
              <a:chOff x="1722354" y="229144"/>
              <a:chExt cx="1748744" cy="1266614"/>
            </a:xfrm>
          </p:grpSpPr>
          <p:sp>
            <p:nvSpPr>
              <p:cNvPr id="488" name="Google Shape;488;p1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18"/>
            <p:cNvGrpSpPr/>
            <p:nvPr/>
          </p:nvGrpSpPr>
          <p:grpSpPr>
            <a:xfrm rot="10800000">
              <a:off x="-418722" y="3973294"/>
              <a:ext cx="965258" cy="273510"/>
              <a:chOff x="-6675" y="2881558"/>
              <a:chExt cx="9140700" cy="2059567"/>
            </a:xfrm>
          </p:grpSpPr>
          <p:cxnSp>
            <p:nvCxnSpPr>
              <p:cNvPr id="491" name="Google Shape;491;p1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2" name="Google Shape;492;p1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3" name="Google Shape;493;p1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4" name="Google Shape;494;p1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5" name="Google Shape;495;p1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96" name="Google Shape;496;p18"/>
            <p:cNvSpPr/>
            <p:nvPr/>
          </p:nvSpPr>
          <p:spPr>
            <a:xfrm rot="-5400000" flipH="1">
              <a:off x="-642564" y="4073091"/>
              <a:ext cx="2068124" cy="310088"/>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97" name="Google Shape;497;p18"/>
            <p:cNvSpPr/>
            <p:nvPr/>
          </p:nvSpPr>
          <p:spPr>
            <a:xfrm flipH="1">
              <a:off x="8573201" y="-549400"/>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98" name="Google Shape;498;p18"/>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565"/>
        <p:cNvGrpSpPr/>
        <p:nvPr/>
      </p:nvGrpSpPr>
      <p:grpSpPr>
        <a:xfrm>
          <a:off x="0" y="0"/>
          <a:ext cx="0" cy="0"/>
          <a:chOff x="0" y="0"/>
          <a:chExt cx="0" cy="0"/>
        </a:xfrm>
      </p:grpSpPr>
      <p:sp>
        <p:nvSpPr>
          <p:cNvPr id="566" name="Google Shape;566;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67" name="Google Shape;567;p21"/>
          <p:cNvGrpSpPr/>
          <p:nvPr/>
        </p:nvGrpSpPr>
        <p:grpSpPr>
          <a:xfrm>
            <a:off x="-116589" y="2639527"/>
            <a:ext cx="8996156" cy="1843388"/>
            <a:chOff x="-116589" y="2639527"/>
            <a:chExt cx="8996156" cy="1843388"/>
          </a:xfrm>
        </p:grpSpPr>
        <p:sp>
          <p:nvSpPr>
            <p:cNvPr id="568" name="Google Shape;568;p21"/>
            <p:cNvSpPr/>
            <p:nvPr/>
          </p:nvSpPr>
          <p:spPr>
            <a:xfrm rot="-5400000" flipH="1">
              <a:off x="399500" y="422386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1"/>
            <p:cNvSpPr/>
            <p:nvPr/>
          </p:nvSpPr>
          <p:spPr>
            <a:xfrm rot="-5400000" flipH="1">
              <a:off x="99350" y="405013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 name="Google Shape;570;p21"/>
            <p:cNvGrpSpPr/>
            <p:nvPr/>
          </p:nvGrpSpPr>
          <p:grpSpPr>
            <a:xfrm rot="10800000" flipH="1">
              <a:off x="8672677" y="2639527"/>
              <a:ext cx="206891" cy="766144"/>
              <a:chOff x="8650702" y="3525402"/>
              <a:chExt cx="206891" cy="766144"/>
            </a:xfrm>
          </p:grpSpPr>
          <p:sp>
            <p:nvSpPr>
              <p:cNvPr id="571" name="Google Shape;571;p21"/>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1"/>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3" name="Google Shape;573;p21"/>
          <p:cNvGrpSpPr/>
          <p:nvPr/>
        </p:nvGrpSpPr>
        <p:grpSpPr>
          <a:xfrm>
            <a:off x="2729174" y="3358511"/>
            <a:ext cx="6150396" cy="1485586"/>
            <a:chOff x="2729174" y="3358511"/>
            <a:chExt cx="6150396" cy="1485586"/>
          </a:xfrm>
        </p:grpSpPr>
        <p:sp>
          <p:nvSpPr>
            <p:cNvPr id="574" name="Google Shape;574;p21"/>
            <p:cNvSpPr/>
            <p:nvPr/>
          </p:nvSpPr>
          <p:spPr>
            <a:xfrm rot="5400000" flipH="1">
              <a:off x="2929586" y="4603629"/>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1"/>
            <p:cNvSpPr/>
            <p:nvPr/>
          </p:nvSpPr>
          <p:spPr>
            <a:xfrm rot="10800000" flipH="1">
              <a:off x="8839514" y="33585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p21"/>
          <p:cNvGrpSpPr/>
          <p:nvPr/>
        </p:nvGrpSpPr>
        <p:grpSpPr>
          <a:xfrm>
            <a:off x="-1381309" y="-1875175"/>
            <a:ext cx="10981145" cy="7138447"/>
            <a:chOff x="-1381309" y="-1875175"/>
            <a:chExt cx="10981145" cy="7138447"/>
          </a:xfrm>
        </p:grpSpPr>
        <p:sp>
          <p:nvSpPr>
            <p:cNvPr id="577" name="Google Shape;577;p21"/>
            <p:cNvSpPr/>
            <p:nvPr/>
          </p:nvSpPr>
          <p:spPr>
            <a:xfrm rot="10800000" flipH="1">
              <a:off x="-1381309" y="4693337"/>
              <a:ext cx="3801167" cy="569934"/>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578" name="Google Shape;578;p21"/>
            <p:cNvGrpSpPr/>
            <p:nvPr/>
          </p:nvGrpSpPr>
          <p:grpSpPr>
            <a:xfrm>
              <a:off x="8229051" y="-1875175"/>
              <a:ext cx="1370785" cy="4060574"/>
              <a:chOff x="8229051" y="-1875175"/>
              <a:chExt cx="1370785" cy="4060574"/>
            </a:xfrm>
          </p:grpSpPr>
          <p:grpSp>
            <p:nvGrpSpPr>
              <p:cNvPr id="579" name="Google Shape;579;p21"/>
              <p:cNvGrpSpPr/>
              <p:nvPr/>
            </p:nvGrpSpPr>
            <p:grpSpPr>
              <a:xfrm>
                <a:off x="8229051" y="-1875175"/>
                <a:ext cx="914953" cy="4060574"/>
                <a:chOff x="8229051" y="-1875175"/>
                <a:chExt cx="914953" cy="4060574"/>
              </a:xfrm>
            </p:grpSpPr>
            <p:grpSp>
              <p:nvGrpSpPr>
                <p:cNvPr id="580" name="Google Shape;580;p21"/>
                <p:cNvGrpSpPr/>
                <p:nvPr/>
              </p:nvGrpSpPr>
              <p:grpSpPr>
                <a:xfrm rot="-5400000">
                  <a:off x="8480363" y="1760083"/>
                  <a:ext cx="493321" cy="357312"/>
                  <a:chOff x="1722354" y="229144"/>
                  <a:chExt cx="1748744" cy="1266614"/>
                </a:xfrm>
              </p:grpSpPr>
              <p:sp>
                <p:nvSpPr>
                  <p:cNvPr id="581" name="Google Shape;581;p21"/>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1"/>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 name="Google Shape;583;p21"/>
                <p:cNvSpPr/>
                <p:nvPr/>
              </p:nvSpPr>
              <p:spPr>
                <a:xfrm>
                  <a:off x="8229051" y="-1875175"/>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grpSp>
            <p:nvGrpSpPr>
              <p:cNvPr id="584" name="Google Shape;584;p21"/>
              <p:cNvGrpSpPr/>
              <p:nvPr/>
            </p:nvGrpSpPr>
            <p:grpSpPr>
              <a:xfrm rot="10800000">
                <a:off x="8634578" y="861419"/>
                <a:ext cx="965258" cy="273510"/>
                <a:chOff x="-6675" y="2881558"/>
                <a:chExt cx="9140700" cy="2059567"/>
              </a:xfrm>
            </p:grpSpPr>
            <p:cxnSp>
              <p:nvCxnSpPr>
                <p:cNvPr id="585" name="Google Shape;585;p21"/>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6" name="Google Shape;586;p21"/>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7" name="Google Shape;587;p21"/>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8" name="Google Shape;588;p21"/>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9" name="Google Shape;589;p21"/>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sp>
        <p:nvSpPr>
          <p:cNvPr id="590" name="Google Shape;590;p21"/>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03"/>
        <p:cNvGrpSpPr/>
        <p:nvPr/>
      </p:nvGrpSpPr>
      <p:grpSpPr>
        <a:xfrm>
          <a:off x="0" y="0"/>
          <a:ext cx="0" cy="0"/>
          <a:chOff x="0" y="0"/>
          <a:chExt cx="0" cy="0"/>
        </a:xfrm>
      </p:grpSpPr>
      <p:grpSp>
        <p:nvGrpSpPr>
          <p:cNvPr id="604" name="Google Shape;604;p23"/>
          <p:cNvGrpSpPr/>
          <p:nvPr/>
        </p:nvGrpSpPr>
        <p:grpSpPr>
          <a:xfrm>
            <a:off x="247028" y="2099252"/>
            <a:ext cx="8667366" cy="1707744"/>
            <a:chOff x="247028" y="2099252"/>
            <a:chExt cx="8667366" cy="1707744"/>
          </a:xfrm>
        </p:grpSpPr>
        <p:sp>
          <p:nvSpPr>
            <p:cNvPr id="605" name="Google Shape;605;p23"/>
            <p:cNvSpPr/>
            <p:nvPr/>
          </p:nvSpPr>
          <p:spPr>
            <a:xfrm rot="10800000" flipH="1">
              <a:off x="410803" y="20992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3"/>
            <p:cNvSpPr/>
            <p:nvPr/>
          </p:nvSpPr>
          <p:spPr>
            <a:xfrm rot="10800000" flipH="1">
              <a:off x="247028" y="2390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7" name="Google Shape;607;p23"/>
            <p:cNvGrpSpPr/>
            <p:nvPr/>
          </p:nvGrpSpPr>
          <p:grpSpPr>
            <a:xfrm flipH="1">
              <a:off x="8707503" y="3040852"/>
              <a:ext cx="206891" cy="766144"/>
              <a:chOff x="8650702" y="3525402"/>
              <a:chExt cx="206891" cy="766144"/>
            </a:xfrm>
          </p:grpSpPr>
          <p:sp>
            <p:nvSpPr>
              <p:cNvPr id="608" name="Google Shape;608;p23"/>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3"/>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0" name="Google Shape;610;p23"/>
          <p:cNvGrpSpPr/>
          <p:nvPr/>
        </p:nvGrpSpPr>
        <p:grpSpPr>
          <a:xfrm>
            <a:off x="-796767" y="-1090158"/>
            <a:ext cx="11445399" cy="6549695"/>
            <a:chOff x="-796767" y="-1090158"/>
            <a:chExt cx="11445399" cy="6549695"/>
          </a:xfrm>
        </p:grpSpPr>
        <p:sp>
          <p:nvSpPr>
            <p:cNvPr id="611" name="Google Shape;611;p23"/>
            <p:cNvSpPr/>
            <p:nvPr/>
          </p:nvSpPr>
          <p:spPr>
            <a:xfrm rot="5400000" flipH="1">
              <a:off x="-365574" y="-1521350"/>
              <a:ext cx="1470082" cy="2332467"/>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612" name="Google Shape;612;p23"/>
            <p:cNvGrpSpPr/>
            <p:nvPr/>
          </p:nvGrpSpPr>
          <p:grpSpPr>
            <a:xfrm rot="10800000">
              <a:off x="11" y="108546"/>
              <a:ext cx="493321" cy="357312"/>
              <a:chOff x="1722354" y="229144"/>
              <a:chExt cx="1748744" cy="1266614"/>
            </a:xfrm>
          </p:grpSpPr>
          <p:sp>
            <p:nvSpPr>
              <p:cNvPr id="613" name="Google Shape;613;p23"/>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3"/>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23"/>
            <p:cNvSpPr/>
            <p:nvPr/>
          </p:nvSpPr>
          <p:spPr>
            <a:xfrm rot="-5400000" flipH="1">
              <a:off x="8788045" y="3598950"/>
              <a:ext cx="870400" cy="285077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616" name="Google Shape;616;p23"/>
            <p:cNvGrpSpPr/>
            <p:nvPr/>
          </p:nvGrpSpPr>
          <p:grpSpPr>
            <a:xfrm rot="-5400000" flipH="1">
              <a:off x="8489086" y="4163846"/>
              <a:ext cx="493321" cy="357312"/>
              <a:chOff x="1722354" y="229144"/>
              <a:chExt cx="1748744" cy="1266614"/>
            </a:xfrm>
          </p:grpSpPr>
          <p:sp>
            <p:nvSpPr>
              <p:cNvPr id="617" name="Google Shape;617;p23"/>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3"/>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23"/>
            <p:cNvGrpSpPr/>
            <p:nvPr/>
          </p:nvGrpSpPr>
          <p:grpSpPr>
            <a:xfrm rot="5400000" flipH="1">
              <a:off x="765337" y="-239460"/>
              <a:ext cx="965258" cy="273510"/>
              <a:chOff x="-6675" y="2881558"/>
              <a:chExt cx="9140700" cy="2059567"/>
            </a:xfrm>
          </p:grpSpPr>
          <p:cxnSp>
            <p:nvCxnSpPr>
              <p:cNvPr id="620" name="Google Shape;620;p2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1" name="Google Shape;621;p2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2" name="Google Shape;622;p2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3" name="Google Shape;623;p2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4" name="Google Shape;624;p2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625" name="Google Shape;625;p23"/>
          <p:cNvGrpSpPr/>
          <p:nvPr/>
        </p:nvGrpSpPr>
        <p:grpSpPr>
          <a:xfrm>
            <a:off x="248565" y="1658361"/>
            <a:ext cx="8665831" cy="946305"/>
            <a:chOff x="248565" y="1658361"/>
            <a:chExt cx="8665831" cy="946305"/>
          </a:xfrm>
        </p:grpSpPr>
        <p:sp>
          <p:nvSpPr>
            <p:cNvPr id="626" name="Google Shape;626;p23"/>
            <p:cNvSpPr/>
            <p:nvPr/>
          </p:nvSpPr>
          <p:spPr>
            <a:xfrm rot="10800000" flipH="1">
              <a:off x="248565" y="16583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3"/>
            <p:cNvSpPr/>
            <p:nvPr/>
          </p:nvSpPr>
          <p:spPr>
            <a:xfrm flipH="1">
              <a:off x="8874340" y="216378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23"/>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29"/>
        <p:cNvGrpSpPr/>
        <p:nvPr/>
      </p:nvGrpSpPr>
      <p:grpSpPr>
        <a:xfrm>
          <a:off x="0" y="0"/>
          <a:ext cx="0" cy="0"/>
          <a:chOff x="0" y="0"/>
          <a:chExt cx="0" cy="0"/>
        </a:xfrm>
      </p:grpSpPr>
      <p:grpSp>
        <p:nvGrpSpPr>
          <p:cNvPr id="630" name="Google Shape;630;p24"/>
          <p:cNvGrpSpPr/>
          <p:nvPr/>
        </p:nvGrpSpPr>
        <p:grpSpPr>
          <a:xfrm>
            <a:off x="248752" y="491529"/>
            <a:ext cx="8669349" cy="4596267"/>
            <a:chOff x="188277" y="445029"/>
            <a:chExt cx="8669349" cy="4596267"/>
          </a:xfrm>
        </p:grpSpPr>
        <p:sp>
          <p:nvSpPr>
            <p:cNvPr id="631" name="Google Shape;631;p24"/>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4"/>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24"/>
            <p:cNvGrpSpPr/>
            <p:nvPr/>
          </p:nvGrpSpPr>
          <p:grpSpPr>
            <a:xfrm>
              <a:off x="188277" y="4275152"/>
              <a:ext cx="206891" cy="766144"/>
              <a:chOff x="8650702" y="3525402"/>
              <a:chExt cx="206891" cy="766144"/>
            </a:xfrm>
          </p:grpSpPr>
          <p:sp>
            <p:nvSpPr>
              <p:cNvPr id="634" name="Google Shape;634;p2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6" name="Google Shape;636;p24"/>
          <p:cNvGrpSpPr/>
          <p:nvPr/>
        </p:nvGrpSpPr>
        <p:grpSpPr>
          <a:xfrm>
            <a:off x="315625" y="1279781"/>
            <a:ext cx="8602485" cy="1562434"/>
            <a:chOff x="174750" y="1380581"/>
            <a:chExt cx="8602485" cy="1562434"/>
          </a:xfrm>
        </p:grpSpPr>
        <p:sp>
          <p:nvSpPr>
            <p:cNvPr id="637" name="Google Shape;637;p24"/>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4"/>
            <p:cNvSpPr/>
            <p:nvPr/>
          </p:nvSpPr>
          <p:spPr>
            <a:xfrm rot="10800000">
              <a:off x="174750" y="25021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24"/>
          <p:cNvGrpSpPr/>
          <p:nvPr/>
        </p:nvGrpSpPr>
        <p:grpSpPr>
          <a:xfrm>
            <a:off x="355673" y="-567309"/>
            <a:ext cx="8751502" cy="5946659"/>
            <a:chOff x="251623" y="-534009"/>
            <a:chExt cx="8751502" cy="5946659"/>
          </a:xfrm>
        </p:grpSpPr>
        <p:grpSp>
          <p:nvGrpSpPr>
            <p:cNvPr id="640" name="Google Shape;640;p24"/>
            <p:cNvGrpSpPr/>
            <p:nvPr/>
          </p:nvGrpSpPr>
          <p:grpSpPr>
            <a:xfrm rot="10800000">
              <a:off x="251623" y="3645746"/>
              <a:ext cx="493321" cy="357312"/>
              <a:chOff x="1722354" y="229144"/>
              <a:chExt cx="1748744" cy="1266614"/>
            </a:xfrm>
          </p:grpSpPr>
          <p:sp>
            <p:nvSpPr>
              <p:cNvPr id="641" name="Google Shape;641;p2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24"/>
            <p:cNvGrpSpPr/>
            <p:nvPr/>
          </p:nvGrpSpPr>
          <p:grpSpPr>
            <a:xfrm rot="5400000" flipH="1">
              <a:off x="7247712" y="-188135"/>
              <a:ext cx="965258" cy="273510"/>
              <a:chOff x="-6675" y="2881558"/>
              <a:chExt cx="9140700" cy="2059567"/>
            </a:xfrm>
          </p:grpSpPr>
          <p:cxnSp>
            <p:nvCxnSpPr>
              <p:cNvPr id="644" name="Google Shape;644;p2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5" name="Google Shape;645;p2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6" name="Google Shape;646;p2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7" name="Google Shape;647;p2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8" name="Google Shape;648;p2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49" name="Google Shape;649;p24"/>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650" name="Google Shape;650;p24"/>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sp>
        <p:nvSpPr>
          <p:cNvPr id="651" name="Google Shape;651;p24"/>
          <p:cNvSpPr/>
          <p:nvPr/>
        </p:nvSpPr>
        <p:spPr>
          <a:xfrm rot="-5400000">
            <a:off x="507335" y="632747"/>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Raleway Black"/>
              <a:buNone/>
              <a:defRPr sz="26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6" r:id="rId7"/>
    <p:sldLayoutId id="2147483657" r:id="rId8"/>
    <p:sldLayoutId id="2147483658" r:id="rId9"/>
    <p:sldLayoutId id="2147483662" r:id="rId10"/>
    <p:sldLayoutId id="2147483664" r:id="rId11"/>
    <p:sldLayoutId id="2147483667" r:id="rId12"/>
    <p:sldLayoutId id="2147483669" r:id="rId13"/>
    <p:sldLayoutId id="2147483670"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jp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661"/>
        <p:cNvGrpSpPr/>
        <p:nvPr/>
      </p:nvGrpSpPr>
      <p:grpSpPr>
        <a:xfrm>
          <a:off x="0" y="0"/>
          <a:ext cx="0" cy="0"/>
          <a:chOff x="0" y="0"/>
          <a:chExt cx="0" cy="0"/>
        </a:xfrm>
      </p:grpSpPr>
      <p:sp>
        <p:nvSpPr>
          <p:cNvPr id="662" name="Google Shape;662;p28"/>
          <p:cNvSpPr txBox="1">
            <a:spLocks noGrp="1"/>
          </p:cNvSpPr>
          <p:nvPr>
            <p:ph type="ctrTitle"/>
          </p:nvPr>
        </p:nvSpPr>
        <p:spPr>
          <a:xfrm>
            <a:off x="921383" y="2915988"/>
            <a:ext cx="6087600" cy="141466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SEE BEYOND</a:t>
            </a:r>
            <a:br>
              <a:rPr lang="en" dirty="0"/>
            </a:br>
            <a:br>
              <a:rPr lang="en" dirty="0"/>
            </a:br>
            <a:br>
              <a:rPr lang="en" sz="2000" dirty="0"/>
            </a:br>
            <a:r>
              <a:rPr lang="en-GB" sz="2000" dirty="0"/>
              <a:t>An assistive smart glasses and cane system that combines real-time vision AI with audio and haptic feedback to empower visually impaired individuals with safer navigation and independent living</a:t>
            </a:r>
            <a:endParaRPr sz="2000" dirty="0"/>
          </a:p>
        </p:txBody>
      </p:sp>
      <p:sp>
        <p:nvSpPr>
          <p:cNvPr id="663" name="Google Shape;663;p28"/>
          <p:cNvSpPr txBox="1">
            <a:spLocks noGrp="1"/>
          </p:cNvSpPr>
          <p:nvPr>
            <p:ph type="subTitle" idx="1"/>
          </p:nvPr>
        </p:nvSpPr>
        <p:spPr>
          <a:xfrm>
            <a:off x="921383" y="1823965"/>
            <a:ext cx="4384800" cy="3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dirty="0"/>
              <a:t>Guided by sound, Empowered by touch</a:t>
            </a:r>
            <a:endParaRPr i="1" dirty="0"/>
          </a:p>
        </p:txBody>
      </p:sp>
      <p:sp>
        <p:nvSpPr>
          <p:cNvPr id="664" name="Google Shape;664;p28"/>
          <p:cNvSpPr/>
          <p:nvPr/>
        </p:nvSpPr>
        <p:spPr>
          <a:xfrm rot="-5400000">
            <a:off x="327099" y="149080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5" name="Google Shape;665;p28"/>
          <p:cNvGrpSpPr/>
          <p:nvPr/>
        </p:nvGrpSpPr>
        <p:grpSpPr>
          <a:xfrm>
            <a:off x="6777434" y="2296620"/>
            <a:ext cx="1033834" cy="3360485"/>
            <a:chOff x="6777434" y="2296620"/>
            <a:chExt cx="1033834" cy="3360485"/>
          </a:xfrm>
        </p:grpSpPr>
        <p:grpSp>
          <p:nvGrpSpPr>
            <p:cNvPr id="666" name="Google Shape;666;p28"/>
            <p:cNvGrpSpPr/>
            <p:nvPr/>
          </p:nvGrpSpPr>
          <p:grpSpPr>
            <a:xfrm rot="10800000">
              <a:off x="6777434" y="2296620"/>
              <a:ext cx="681217" cy="3360485"/>
              <a:chOff x="1337800" y="-2525590"/>
              <a:chExt cx="1498167" cy="7390555"/>
            </a:xfrm>
          </p:grpSpPr>
          <p:cxnSp>
            <p:nvCxnSpPr>
              <p:cNvPr id="667" name="Google Shape;667;p28"/>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668" name="Google Shape;668;p28"/>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669" name="Google Shape;669;p2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0" name="Google Shape;670;p28"/>
            <p:cNvSpPr/>
            <p:nvPr/>
          </p:nvSpPr>
          <p:spPr>
            <a:xfrm>
              <a:off x="7771212" y="29729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8"/>
            <p:cNvSpPr/>
            <p:nvPr/>
          </p:nvSpPr>
          <p:spPr>
            <a:xfrm rot="10800000">
              <a:off x="7160463"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8"/>
            <p:cNvSpPr/>
            <p:nvPr/>
          </p:nvSpPr>
          <p:spPr>
            <a:xfrm rot="10800000">
              <a:off x="6933883"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28"/>
          <p:cNvGrpSpPr/>
          <p:nvPr/>
        </p:nvGrpSpPr>
        <p:grpSpPr>
          <a:xfrm>
            <a:off x="6262859" y="-2197955"/>
            <a:ext cx="681217" cy="3360485"/>
            <a:chOff x="1337800" y="-2525590"/>
            <a:chExt cx="1498167" cy="7390555"/>
          </a:xfrm>
        </p:grpSpPr>
        <p:cxnSp>
          <p:nvCxnSpPr>
            <p:cNvPr id="674" name="Google Shape;674;p28"/>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675" name="Google Shape;675;p28"/>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676" name="Google Shape;676;p2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7" name="Google Shape;677;p28"/>
          <p:cNvSpPr/>
          <p:nvPr/>
        </p:nvSpPr>
        <p:spPr>
          <a:xfrm rot="-5400000">
            <a:off x="8215875" y="8055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8" name="Google Shape;678;p28"/>
          <p:cNvGrpSpPr/>
          <p:nvPr/>
        </p:nvGrpSpPr>
        <p:grpSpPr>
          <a:xfrm rot="10800000" flipH="1">
            <a:off x="-2068288" y="305430"/>
            <a:ext cx="4791669" cy="923822"/>
            <a:chOff x="-78438" y="3775205"/>
            <a:chExt cx="4791669" cy="923822"/>
          </a:xfrm>
        </p:grpSpPr>
        <p:cxnSp>
          <p:nvCxnSpPr>
            <p:cNvPr id="679" name="Google Shape;679;p2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680" name="Google Shape;680;p2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681" name="Google Shape;681;p2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 name="Google Shape;682;p28"/>
          <p:cNvGrpSpPr/>
          <p:nvPr/>
        </p:nvGrpSpPr>
        <p:grpSpPr>
          <a:xfrm>
            <a:off x="3329300" y="-3035953"/>
            <a:ext cx="6471825" cy="4623428"/>
            <a:chOff x="3329300" y="-3035953"/>
            <a:chExt cx="6471825" cy="4623428"/>
          </a:xfrm>
        </p:grpSpPr>
        <p:grpSp>
          <p:nvGrpSpPr>
            <p:cNvPr id="683" name="Google Shape;683;p28"/>
            <p:cNvGrpSpPr/>
            <p:nvPr/>
          </p:nvGrpSpPr>
          <p:grpSpPr>
            <a:xfrm rot="5400000">
              <a:off x="2802525" y="-1414050"/>
              <a:ext cx="3859204" cy="615399"/>
              <a:chOff x="-6675" y="307100"/>
              <a:chExt cx="9140700" cy="4634025"/>
            </a:xfrm>
          </p:grpSpPr>
          <p:cxnSp>
            <p:nvCxnSpPr>
              <p:cNvPr id="684" name="Google Shape;684;p2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5" name="Google Shape;685;p2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6" name="Google Shape;686;p2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7" name="Google Shape;687;p2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8" name="Google Shape;688;p2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89" name="Google Shape;689;p2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0" name="Google Shape;690;p2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1" name="Google Shape;691;p2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2" name="Google Shape;692;p2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93" name="Google Shape;693;p2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94" name="Google Shape;694;p28"/>
            <p:cNvSpPr/>
            <p:nvPr/>
          </p:nvSpPr>
          <p:spPr>
            <a:xfrm>
              <a:off x="3329300" y="82325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208920" y="550566"/>
            <a:ext cx="3653400" cy="98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TEAM MEMBERS</a:t>
            </a:r>
            <a:endParaRPr dirty="0"/>
          </a:p>
        </p:txBody>
      </p:sp>
      <p:sp>
        <p:nvSpPr>
          <p:cNvPr id="740" name="Google Shape;740;p32"/>
          <p:cNvSpPr txBox="1">
            <a:spLocks noGrp="1"/>
          </p:cNvSpPr>
          <p:nvPr>
            <p:ph type="title" idx="2"/>
          </p:nvPr>
        </p:nvSpPr>
        <p:spPr>
          <a:xfrm>
            <a:off x="554365" y="1783522"/>
            <a:ext cx="997988" cy="53436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41" name="Google Shape;741;p32"/>
          <p:cNvSpPr/>
          <p:nvPr/>
        </p:nvSpPr>
        <p:spPr>
          <a:xfrm rot="-5400000">
            <a:off x="746406" y="903638"/>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740;p32">
            <a:extLst>
              <a:ext uri="{FF2B5EF4-FFF2-40B4-BE49-F238E27FC236}">
                <a16:creationId xmlns:a16="http://schemas.microsoft.com/office/drawing/2014/main" id="{C026B217-85A7-402A-A366-8D042870E95E}"/>
              </a:ext>
            </a:extLst>
          </p:cNvPr>
          <p:cNvSpPr txBox="1">
            <a:spLocks/>
          </p:cNvSpPr>
          <p:nvPr/>
        </p:nvSpPr>
        <p:spPr>
          <a:xfrm>
            <a:off x="580570" y="1783522"/>
            <a:ext cx="997988" cy="534369"/>
          </a:xfrm>
          <a:prstGeom prst="rect">
            <a:avLst/>
          </a:prstGeom>
          <a:solidFill>
            <a:srgbClr val="FFFFFF">
              <a:alpha val="7500"/>
            </a:srgb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Raleway Black"/>
              <a:buNone/>
              <a:defRPr sz="4900" b="0" i="0" u="none" strike="noStrike" cap="none">
                <a:solidFill>
                  <a:schemeClr val="lt1"/>
                </a:solidFill>
                <a:latin typeface="Raleway ExtraBold"/>
                <a:ea typeface="Raleway ExtraBold"/>
                <a:cs typeface="Raleway ExtraBold"/>
                <a:sym typeface="Raleway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r>
              <a:rPr lang="en"/>
              <a:t>01</a:t>
            </a:r>
            <a:endParaRPr lang="en" dirty="0"/>
          </a:p>
        </p:txBody>
      </p:sp>
      <p:sp>
        <p:nvSpPr>
          <p:cNvPr id="20" name="Google Shape;740;p32">
            <a:extLst>
              <a:ext uri="{FF2B5EF4-FFF2-40B4-BE49-F238E27FC236}">
                <a16:creationId xmlns:a16="http://schemas.microsoft.com/office/drawing/2014/main" id="{108707D8-85EA-45B2-84FE-B3A67BCB75CF}"/>
              </a:ext>
            </a:extLst>
          </p:cNvPr>
          <p:cNvSpPr txBox="1">
            <a:spLocks/>
          </p:cNvSpPr>
          <p:nvPr/>
        </p:nvSpPr>
        <p:spPr>
          <a:xfrm>
            <a:off x="554365" y="2515804"/>
            <a:ext cx="997988" cy="534369"/>
          </a:xfrm>
          <a:prstGeom prst="rect">
            <a:avLst/>
          </a:prstGeom>
          <a:solidFill>
            <a:srgbClr val="FFFFFF">
              <a:alpha val="7500"/>
            </a:srgb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Raleway Black"/>
              <a:buNone/>
              <a:defRPr sz="4900" b="0" i="0" u="none" strike="noStrike" cap="none">
                <a:solidFill>
                  <a:schemeClr val="lt1"/>
                </a:solidFill>
                <a:latin typeface="Raleway ExtraBold"/>
                <a:ea typeface="Raleway ExtraBold"/>
                <a:cs typeface="Raleway ExtraBold"/>
                <a:sym typeface="Raleway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r>
              <a:rPr lang="en" dirty="0"/>
              <a:t>02</a:t>
            </a:r>
          </a:p>
        </p:txBody>
      </p:sp>
      <p:sp>
        <p:nvSpPr>
          <p:cNvPr id="21" name="Google Shape;740;p32">
            <a:extLst>
              <a:ext uri="{FF2B5EF4-FFF2-40B4-BE49-F238E27FC236}">
                <a16:creationId xmlns:a16="http://schemas.microsoft.com/office/drawing/2014/main" id="{49BC8654-CE37-4145-B9E1-24ACC7BA4DC2}"/>
              </a:ext>
            </a:extLst>
          </p:cNvPr>
          <p:cNvSpPr txBox="1">
            <a:spLocks/>
          </p:cNvSpPr>
          <p:nvPr/>
        </p:nvSpPr>
        <p:spPr>
          <a:xfrm>
            <a:off x="554365" y="3198959"/>
            <a:ext cx="997988" cy="534369"/>
          </a:xfrm>
          <a:prstGeom prst="rect">
            <a:avLst/>
          </a:prstGeom>
          <a:solidFill>
            <a:srgbClr val="FFFFFF">
              <a:alpha val="7500"/>
            </a:srgb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Raleway Black"/>
              <a:buNone/>
              <a:defRPr sz="4900" b="0" i="0" u="none" strike="noStrike" cap="none">
                <a:solidFill>
                  <a:schemeClr val="lt1"/>
                </a:solidFill>
                <a:latin typeface="Raleway ExtraBold"/>
                <a:ea typeface="Raleway ExtraBold"/>
                <a:cs typeface="Raleway ExtraBold"/>
                <a:sym typeface="Raleway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r>
              <a:rPr lang="en" dirty="0"/>
              <a:t>0</a:t>
            </a:r>
            <a:r>
              <a:rPr lang="en" sz="4400" dirty="0"/>
              <a:t>3</a:t>
            </a:r>
            <a:endParaRPr lang="en" dirty="0"/>
          </a:p>
        </p:txBody>
      </p:sp>
      <p:sp>
        <p:nvSpPr>
          <p:cNvPr id="22" name="Google Shape;740;p32">
            <a:extLst>
              <a:ext uri="{FF2B5EF4-FFF2-40B4-BE49-F238E27FC236}">
                <a16:creationId xmlns:a16="http://schemas.microsoft.com/office/drawing/2014/main" id="{DD274C98-C3D9-4123-B865-AFE980D34BDA}"/>
              </a:ext>
            </a:extLst>
          </p:cNvPr>
          <p:cNvSpPr txBox="1">
            <a:spLocks/>
          </p:cNvSpPr>
          <p:nvPr/>
        </p:nvSpPr>
        <p:spPr>
          <a:xfrm>
            <a:off x="575654" y="3862203"/>
            <a:ext cx="997988" cy="534369"/>
          </a:xfrm>
          <a:prstGeom prst="rect">
            <a:avLst/>
          </a:prstGeom>
          <a:solidFill>
            <a:srgbClr val="FFFFFF">
              <a:alpha val="7500"/>
            </a:srgb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Raleway Black"/>
              <a:buNone/>
              <a:defRPr sz="4900" b="0" i="0" u="none" strike="noStrike" cap="none">
                <a:solidFill>
                  <a:schemeClr val="lt1"/>
                </a:solidFill>
                <a:latin typeface="Raleway ExtraBold"/>
                <a:ea typeface="Raleway ExtraBold"/>
                <a:cs typeface="Raleway ExtraBold"/>
                <a:sym typeface="Raleway ExtraBold"/>
              </a:defRPr>
            </a:lvl1pPr>
            <a:lvl2pPr marR="0" lvl="1"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2pPr>
            <a:lvl3pPr marR="0" lvl="2"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3pPr>
            <a:lvl4pPr marR="0" lvl="3"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4pPr>
            <a:lvl5pPr marR="0" lvl="4"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5pPr>
            <a:lvl6pPr marR="0" lvl="5"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6pPr>
            <a:lvl7pPr marR="0" lvl="6"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7pPr>
            <a:lvl8pPr marR="0" lvl="7"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8pPr>
            <a:lvl9pPr marR="0" lvl="8" algn="ctr" rtl="0">
              <a:lnSpc>
                <a:spcPct val="100000"/>
              </a:lnSpc>
              <a:spcBef>
                <a:spcPts val="0"/>
              </a:spcBef>
              <a:spcAft>
                <a:spcPts val="0"/>
              </a:spcAft>
              <a:buClr>
                <a:schemeClr val="lt1"/>
              </a:buClr>
              <a:buSzPts val="6000"/>
              <a:buFont typeface="Raleway"/>
              <a:buNone/>
              <a:defRPr sz="6000" b="1" i="0" u="none" strike="noStrike" cap="none">
                <a:solidFill>
                  <a:schemeClr val="lt1"/>
                </a:solidFill>
                <a:latin typeface="Raleway"/>
                <a:ea typeface="Raleway"/>
                <a:cs typeface="Raleway"/>
                <a:sym typeface="Raleway"/>
              </a:defRPr>
            </a:lvl9pPr>
          </a:lstStyle>
          <a:p>
            <a:r>
              <a:rPr lang="en" dirty="0"/>
              <a:t>04</a:t>
            </a:r>
          </a:p>
        </p:txBody>
      </p:sp>
      <p:sp>
        <p:nvSpPr>
          <p:cNvPr id="23" name="Google Shape;716;p30">
            <a:extLst>
              <a:ext uri="{FF2B5EF4-FFF2-40B4-BE49-F238E27FC236}">
                <a16:creationId xmlns:a16="http://schemas.microsoft.com/office/drawing/2014/main" id="{26A3A048-FCD6-4952-A27D-60ADB2091CEA}"/>
              </a:ext>
            </a:extLst>
          </p:cNvPr>
          <p:cNvSpPr txBox="1">
            <a:spLocks/>
          </p:cNvSpPr>
          <p:nvPr/>
        </p:nvSpPr>
        <p:spPr>
          <a:xfrm>
            <a:off x="1676769" y="1783522"/>
            <a:ext cx="5877413" cy="5343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Black"/>
              <a:buNone/>
              <a:defRPr sz="1600" b="0" i="0" u="none" strike="noStrike" cap="none">
                <a:solidFill>
                  <a:schemeClr val="dk1"/>
                </a:solidFill>
                <a:latin typeface="Raleway Black"/>
                <a:ea typeface="Raleway Black"/>
                <a:cs typeface="Raleway Black"/>
                <a:sym typeface="Raleway Black"/>
              </a:defRPr>
            </a:lvl1pPr>
            <a:lvl2pPr marL="914400" marR="0" lvl="1"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2pPr>
            <a:lvl3pPr marL="1371600" marR="0" lvl="2"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3pPr>
            <a:lvl4pPr marL="1828800" marR="0" lvl="3"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4pPr>
            <a:lvl5pPr marL="2286000" marR="0" lvl="4"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5pPr>
            <a:lvl6pPr marL="2743200" marR="0" lvl="5"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6pPr>
            <a:lvl7pPr marL="3200400" marR="0" lvl="6"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7pPr>
            <a:lvl8pPr marL="3657600" marR="0" lvl="7"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8pPr>
            <a:lvl9pPr marL="4114800" marR="0" lvl="8"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9pPr>
          </a:lstStyle>
          <a:p>
            <a:pPr marL="0" indent="0"/>
            <a:r>
              <a:rPr lang="en-US" dirty="0"/>
              <a:t>M</a:t>
            </a:r>
            <a:r>
              <a:rPr lang="en-GB" dirty="0" err="1"/>
              <a:t>alaika</a:t>
            </a:r>
            <a:r>
              <a:rPr lang="en-GB" dirty="0"/>
              <a:t> Mustafa     	</a:t>
            </a:r>
            <a:r>
              <a:rPr lang="en-GB" dirty="0">
                <a:latin typeface="+mj-lt"/>
              </a:rPr>
              <a:t>CS-006</a:t>
            </a:r>
            <a:r>
              <a:rPr lang="en-GB" dirty="0"/>
              <a:t>		</a:t>
            </a:r>
            <a:r>
              <a:rPr lang="en-GB" dirty="0">
                <a:latin typeface="+mj-lt"/>
              </a:rPr>
              <a:t>3.78</a:t>
            </a:r>
          </a:p>
        </p:txBody>
      </p:sp>
      <p:sp>
        <p:nvSpPr>
          <p:cNvPr id="24" name="Google Shape;716;p30">
            <a:extLst>
              <a:ext uri="{FF2B5EF4-FFF2-40B4-BE49-F238E27FC236}">
                <a16:creationId xmlns:a16="http://schemas.microsoft.com/office/drawing/2014/main" id="{EEAE09CD-2847-4EDA-960D-5AAB055C6745}"/>
              </a:ext>
            </a:extLst>
          </p:cNvPr>
          <p:cNvSpPr txBox="1">
            <a:spLocks/>
          </p:cNvSpPr>
          <p:nvPr/>
        </p:nvSpPr>
        <p:spPr>
          <a:xfrm>
            <a:off x="1676769" y="2537887"/>
            <a:ext cx="6019848" cy="46018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Black"/>
              <a:buNone/>
              <a:defRPr sz="1600" b="0" i="0" u="none" strike="noStrike" cap="none">
                <a:solidFill>
                  <a:schemeClr val="dk1"/>
                </a:solidFill>
                <a:latin typeface="Raleway Black"/>
                <a:ea typeface="Raleway Black"/>
                <a:cs typeface="Raleway Black"/>
                <a:sym typeface="Raleway Black"/>
              </a:defRPr>
            </a:lvl1pPr>
            <a:lvl2pPr marL="914400" marR="0" lvl="1"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2pPr>
            <a:lvl3pPr marL="1371600" marR="0" lvl="2"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3pPr>
            <a:lvl4pPr marL="1828800" marR="0" lvl="3"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4pPr>
            <a:lvl5pPr marL="2286000" marR="0" lvl="4"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5pPr>
            <a:lvl6pPr marL="2743200" marR="0" lvl="5"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6pPr>
            <a:lvl7pPr marL="3200400" marR="0" lvl="6"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7pPr>
            <a:lvl8pPr marL="3657600" marR="0" lvl="7"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8pPr>
            <a:lvl9pPr marL="4114800" marR="0" lvl="8"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9pPr>
          </a:lstStyle>
          <a:p>
            <a:pPr marL="0" indent="0"/>
            <a:r>
              <a:rPr lang="en-US" dirty="0" err="1"/>
              <a:t>Sumaika</a:t>
            </a:r>
            <a:r>
              <a:rPr lang="en-US" dirty="0"/>
              <a:t> Imran</a:t>
            </a:r>
            <a:r>
              <a:rPr lang="en-GB" dirty="0"/>
              <a:t> 		</a:t>
            </a:r>
            <a:r>
              <a:rPr lang="en-GB" dirty="0">
                <a:latin typeface="+mn-lt"/>
              </a:rPr>
              <a:t>CS-009		3.85</a:t>
            </a:r>
          </a:p>
        </p:txBody>
      </p:sp>
      <p:sp>
        <p:nvSpPr>
          <p:cNvPr id="25" name="Google Shape;716;p30">
            <a:extLst>
              <a:ext uri="{FF2B5EF4-FFF2-40B4-BE49-F238E27FC236}">
                <a16:creationId xmlns:a16="http://schemas.microsoft.com/office/drawing/2014/main" id="{165B5E99-8B41-4B12-88FE-C52C96BA7172}"/>
              </a:ext>
            </a:extLst>
          </p:cNvPr>
          <p:cNvSpPr txBox="1">
            <a:spLocks/>
          </p:cNvSpPr>
          <p:nvPr/>
        </p:nvSpPr>
        <p:spPr>
          <a:xfrm>
            <a:off x="1628870" y="3879605"/>
            <a:ext cx="6185373" cy="44733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Black"/>
              <a:buNone/>
              <a:defRPr sz="1600" b="0" i="0" u="none" strike="noStrike" cap="none">
                <a:solidFill>
                  <a:schemeClr val="dk1"/>
                </a:solidFill>
                <a:latin typeface="Raleway Black"/>
                <a:ea typeface="Raleway Black"/>
                <a:cs typeface="Raleway Black"/>
                <a:sym typeface="Raleway Black"/>
              </a:defRPr>
            </a:lvl1pPr>
            <a:lvl2pPr marL="914400" marR="0" lvl="1"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2pPr>
            <a:lvl3pPr marL="1371600" marR="0" lvl="2"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3pPr>
            <a:lvl4pPr marL="1828800" marR="0" lvl="3"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4pPr>
            <a:lvl5pPr marL="2286000" marR="0" lvl="4"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5pPr>
            <a:lvl6pPr marL="2743200" marR="0" lvl="5"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6pPr>
            <a:lvl7pPr marL="3200400" marR="0" lvl="6"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7pPr>
            <a:lvl8pPr marL="3657600" marR="0" lvl="7"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8pPr>
            <a:lvl9pPr marL="4114800" marR="0" lvl="8"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9pPr>
          </a:lstStyle>
          <a:p>
            <a:pPr marL="0" indent="0"/>
            <a:r>
              <a:rPr lang="en-US" dirty="0"/>
              <a:t>Urooj Fatima 		</a:t>
            </a:r>
            <a:r>
              <a:rPr lang="en-GB" dirty="0">
                <a:latin typeface="+mj-lt"/>
              </a:rPr>
              <a:t>CS-022 		3.0</a:t>
            </a:r>
            <a:r>
              <a:rPr lang="en-GB" dirty="0"/>
              <a:t>	</a:t>
            </a:r>
          </a:p>
        </p:txBody>
      </p:sp>
      <p:sp>
        <p:nvSpPr>
          <p:cNvPr id="26" name="Google Shape;716;p30">
            <a:extLst>
              <a:ext uri="{FF2B5EF4-FFF2-40B4-BE49-F238E27FC236}">
                <a16:creationId xmlns:a16="http://schemas.microsoft.com/office/drawing/2014/main" id="{7E77E183-4861-485E-A397-FF7391BCA95B}"/>
              </a:ext>
            </a:extLst>
          </p:cNvPr>
          <p:cNvSpPr txBox="1">
            <a:spLocks/>
          </p:cNvSpPr>
          <p:nvPr/>
        </p:nvSpPr>
        <p:spPr>
          <a:xfrm>
            <a:off x="1614803" y="3264297"/>
            <a:ext cx="6081814" cy="34908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Black"/>
              <a:buNone/>
              <a:defRPr sz="1600" b="0" i="0" u="none" strike="noStrike" cap="none">
                <a:solidFill>
                  <a:schemeClr val="dk1"/>
                </a:solidFill>
                <a:latin typeface="Raleway Black"/>
                <a:ea typeface="Raleway Black"/>
                <a:cs typeface="Raleway Black"/>
                <a:sym typeface="Raleway Black"/>
              </a:defRPr>
            </a:lvl1pPr>
            <a:lvl2pPr marL="914400" marR="0" lvl="1"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2pPr>
            <a:lvl3pPr marL="1371600" marR="0" lvl="2"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3pPr>
            <a:lvl4pPr marL="1828800" marR="0" lvl="3"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4pPr>
            <a:lvl5pPr marL="2286000" marR="0" lvl="4"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5pPr>
            <a:lvl6pPr marL="2743200" marR="0" lvl="5"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6pPr>
            <a:lvl7pPr marL="3200400" marR="0" lvl="6"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7pPr>
            <a:lvl8pPr marL="3657600" marR="0" lvl="7"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8pPr>
            <a:lvl9pPr marL="4114800" marR="0" lvl="8" indent="-304800" algn="l" rtl="0">
              <a:lnSpc>
                <a:spcPct val="100000"/>
              </a:lnSpc>
              <a:spcBef>
                <a:spcPts val="0"/>
              </a:spcBef>
              <a:spcAft>
                <a:spcPts val="0"/>
              </a:spcAft>
              <a:buClr>
                <a:schemeClr val="dk1"/>
              </a:buClr>
              <a:buSzPts val="2400"/>
              <a:buFont typeface="Raleway Black"/>
              <a:buNone/>
              <a:defRPr sz="2400" b="0" i="0" u="none" strike="noStrike" cap="none">
                <a:solidFill>
                  <a:schemeClr val="dk1"/>
                </a:solidFill>
                <a:latin typeface="Raleway Black"/>
                <a:ea typeface="Raleway Black"/>
                <a:cs typeface="Raleway Black"/>
                <a:sym typeface="Raleway Black"/>
              </a:defRPr>
            </a:lvl9pPr>
          </a:lstStyle>
          <a:p>
            <a:pPr marL="0" indent="0"/>
            <a:r>
              <a:rPr lang="en-US" dirty="0" err="1"/>
              <a:t>Qurratul</a:t>
            </a:r>
            <a:r>
              <a:rPr lang="en-US" dirty="0"/>
              <a:t> </a:t>
            </a:r>
            <a:r>
              <a:rPr lang="en-US" dirty="0" err="1"/>
              <a:t>ain</a:t>
            </a:r>
            <a:r>
              <a:rPr lang="en-GB" dirty="0"/>
              <a:t> 		</a:t>
            </a:r>
            <a:r>
              <a:rPr lang="en-GB" dirty="0">
                <a:latin typeface="+mj-lt"/>
              </a:rPr>
              <a:t>CS-018		3.6</a:t>
            </a:r>
          </a:p>
        </p:txBody>
      </p:sp>
      <p:grpSp>
        <p:nvGrpSpPr>
          <p:cNvPr id="27" name="Google Shape;10128;p63">
            <a:extLst>
              <a:ext uri="{FF2B5EF4-FFF2-40B4-BE49-F238E27FC236}">
                <a16:creationId xmlns:a16="http://schemas.microsoft.com/office/drawing/2014/main" id="{1086C686-4BC4-4599-AB01-15E44A1E1CF2}"/>
              </a:ext>
            </a:extLst>
          </p:cNvPr>
          <p:cNvGrpSpPr/>
          <p:nvPr/>
        </p:nvGrpSpPr>
        <p:grpSpPr>
          <a:xfrm>
            <a:off x="5054132" y="698534"/>
            <a:ext cx="641791" cy="646306"/>
            <a:chOff x="3599700" y="1954475"/>
            <a:chExt cx="296175" cy="295400"/>
          </a:xfrm>
          <a:solidFill>
            <a:schemeClr val="tx1"/>
          </a:solidFill>
        </p:grpSpPr>
        <p:sp>
          <p:nvSpPr>
            <p:cNvPr id="28" name="Google Shape;10129;p63">
              <a:extLst>
                <a:ext uri="{FF2B5EF4-FFF2-40B4-BE49-F238E27FC236}">
                  <a16:creationId xmlns:a16="http://schemas.microsoft.com/office/drawing/2014/main" id="{034D0FAA-FCE3-4209-BA58-84DF937BACE8}"/>
                </a:ext>
              </a:extLst>
            </p:cNvPr>
            <p:cNvSpPr/>
            <p:nvPr/>
          </p:nvSpPr>
          <p:spPr>
            <a:xfrm>
              <a:off x="3599700" y="1954475"/>
              <a:ext cx="296175" cy="295400"/>
            </a:xfrm>
            <a:custGeom>
              <a:avLst/>
              <a:gdLst/>
              <a:ahLst/>
              <a:cxnLst/>
              <a:rect l="l" t="t" r="r" b="b"/>
              <a:pathLst>
                <a:path w="11847" h="11816" extrusionOk="0">
                  <a:moveTo>
                    <a:pt x="3151" y="694"/>
                  </a:moveTo>
                  <a:cubicBezTo>
                    <a:pt x="3718" y="694"/>
                    <a:pt x="4159" y="1166"/>
                    <a:pt x="4159" y="1734"/>
                  </a:cubicBezTo>
                  <a:cubicBezTo>
                    <a:pt x="4159" y="2301"/>
                    <a:pt x="3686" y="2742"/>
                    <a:pt x="3151" y="2742"/>
                  </a:cubicBezTo>
                  <a:cubicBezTo>
                    <a:pt x="2584" y="2742"/>
                    <a:pt x="2111" y="2269"/>
                    <a:pt x="2111" y="1734"/>
                  </a:cubicBezTo>
                  <a:cubicBezTo>
                    <a:pt x="2080" y="1166"/>
                    <a:pt x="2552" y="694"/>
                    <a:pt x="3151" y="694"/>
                  </a:cubicBezTo>
                  <a:close/>
                  <a:moveTo>
                    <a:pt x="8727" y="694"/>
                  </a:moveTo>
                  <a:cubicBezTo>
                    <a:pt x="9326" y="694"/>
                    <a:pt x="9767" y="1166"/>
                    <a:pt x="9767" y="1734"/>
                  </a:cubicBezTo>
                  <a:cubicBezTo>
                    <a:pt x="9767" y="2301"/>
                    <a:pt x="9294" y="2742"/>
                    <a:pt x="8727" y="2742"/>
                  </a:cubicBezTo>
                  <a:cubicBezTo>
                    <a:pt x="8128" y="2742"/>
                    <a:pt x="7719" y="2269"/>
                    <a:pt x="7719" y="1734"/>
                  </a:cubicBezTo>
                  <a:cubicBezTo>
                    <a:pt x="7656" y="1166"/>
                    <a:pt x="8128" y="694"/>
                    <a:pt x="8727" y="694"/>
                  </a:cubicBezTo>
                  <a:close/>
                  <a:moveTo>
                    <a:pt x="5923" y="4852"/>
                  </a:moveTo>
                  <a:cubicBezTo>
                    <a:pt x="6522" y="4852"/>
                    <a:pt x="6994" y="5325"/>
                    <a:pt x="6994" y="5861"/>
                  </a:cubicBezTo>
                  <a:cubicBezTo>
                    <a:pt x="6994" y="6396"/>
                    <a:pt x="6522" y="6869"/>
                    <a:pt x="5923" y="6869"/>
                  </a:cubicBezTo>
                  <a:cubicBezTo>
                    <a:pt x="5356" y="6869"/>
                    <a:pt x="4883" y="6428"/>
                    <a:pt x="4883" y="5861"/>
                  </a:cubicBezTo>
                  <a:cubicBezTo>
                    <a:pt x="4883" y="5294"/>
                    <a:pt x="5356" y="4852"/>
                    <a:pt x="5923" y="4852"/>
                  </a:cubicBezTo>
                  <a:close/>
                  <a:moveTo>
                    <a:pt x="3151" y="3466"/>
                  </a:moveTo>
                  <a:cubicBezTo>
                    <a:pt x="3875" y="3466"/>
                    <a:pt x="4600" y="3813"/>
                    <a:pt x="5072" y="4380"/>
                  </a:cubicBezTo>
                  <a:cubicBezTo>
                    <a:pt x="4537" y="4695"/>
                    <a:pt x="4159" y="5231"/>
                    <a:pt x="4159" y="5861"/>
                  </a:cubicBezTo>
                  <a:cubicBezTo>
                    <a:pt x="4159" y="6239"/>
                    <a:pt x="4285" y="6617"/>
                    <a:pt x="4505" y="6900"/>
                  </a:cubicBezTo>
                  <a:lnTo>
                    <a:pt x="693" y="6900"/>
                  </a:lnTo>
                  <a:lnTo>
                    <a:pt x="693" y="5892"/>
                  </a:lnTo>
                  <a:cubicBezTo>
                    <a:pt x="693" y="4569"/>
                    <a:pt x="1796" y="3466"/>
                    <a:pt x="3151" y="3466"/>
                  </a:cubicBezTo>
                  <a:close/>
                  <a:moveTo>
                    <a:pt x="8696" y="3498"/>
                  </a:moveTo>
                  <a:cubicBezTo>
                    <a:pt x="10019" y="3498"/>
                    <a:pt x="11121" y="4600"/>
                    <a:pt x="11121" y="5955"/>
                  </a:cubicBezTo>
                  <a:lnTo>
                    <a:pt x="11121" y="6932"/>
                  </a:lnTo>
                  <a:lnTo>
                    <a:pt x="7309" y="6932"/>
                  </a:lnTo>
                  <a:cubicBezTo>
                    <a:pt x="7561" y="6617"/>
                    <a:pt x="7656" y="6270"/>
                    <a:pt x="7656" y="5892"/>
                  </a:cubicBezTo>
                  <a:cubicBezTo>
                    <a:pt x="7656" y="5262"/>
                    <a:pt x="7309" y="4726"/>
                    <a:pt x="6774" y="4411"/>
                  </a:cubicBezTo>
                  <a:cubicBezTo>
                    <a:pt x="7215" y="3813"/>
                    <a:pt x="7939" y="3498"/>
                    <a:pt x="8696" y="3498"/>
                  </a:cubicBezTo>
                  <a:close/>
                  <a:moveTo>
                    <a:pt x="5923" y="7625"/>
                  </a:moveTo>
                  <a:cubicBezTo>
                    <a:pt x="6207" y="7625"/>
                    <a:pt x="6490" y="7656"/>
                    <a:pt x="6711" y="7751"/>
                  </a:cubicBezTo>
                  <a:lnTo>
                    <a:pt x="5923" y="8791"/>
                  </a:lnTo>
                  <a:lnTo>
                    <a:pt x="5135" y="7751"/>
                  </a:lnTo>
                  <a:cubicBezTo>
                    <a:pt x="5388" y="7688"/>
                    <a:pt x="5671" y="7625"/>
                    <a:pt x="5923" y="7625"/>
                  </a:cubicBezTo>
                  <a:close/>
                  <a:moveTo>
                    <a:pt x="4505" y="8066"/>
                  </a:moveTo>
                  <a:lnTo>
                    <a:pt x="5577" y="9484"/>
                  </a:lnTo>
                  <a:lnTo>
                    <a:pt x="5577" y="11153"/>
                  </a:lnTo>
                  <a:lnTo>
                    <a:pt x="3497" y="11153"/>
                  </a:lnTo>
                  <a:lnTo>
                    <a:pt x="3497" y="10019"/>
                  </a:lnTo>
                  <a:cubicBezTo>
                    <a:pt x="3497" y="9200"/>
                    <a:pt x="3875" y="8507"/>
                    <a:pt x="4505" y="8066"/>
                  </a:cubicBezTo>
                  <a:close/>
                  <a:moveTo>
                    <a:pt x="7341" y="8066"/>
                  </a:moveTo>
                  <a:cubicBezTo>
                    <a:pt x="7939" y="8507"/>
                    <a:pt x="8381" y="9263"/>
                    <a:pt x="8381" y="10051"/>
                  </a:cubicBezTo>
                  <a:lnTo>
                    <a:pt x="8381" y="11153"/>
                  </a:lnTo>
                  <a:lnTo>
                    <a:pt x="6301" y="11153"/>
                  </a:lnTo>
                  <a:lnTo>
                    <a:pt x="6301" y="9484"/>
                  </a:lnTo>
                  <a:lnTo>
                    <a:pt x="7341" y="8066"/>
                  </a:lnTo>
                  <a:close/>
                  <a:moveTo>
                    <a:pt x="3088" y="1"/>
                  </a:moveTo>
                  <a:cubicBezTo>
                    <a:pt x="2143" y="1"/>
                    <a:pt x="1355" y="788"/>
                    <a:pt x="1355" y="1734"/>
                  </a:cubicBezTo>
                  <a:cubicBezTo>
                    <a:pt x="1355" y="2238"/>
                    <a:pt x="1575" y="2679"/>
                    <a:pt x="1922" y="2994"/>
                  </a:cubicBezTo>
                  <a:cubicBezTo>
                    <a:pt x="788" y="3466"/>
                    <a:pt x="0" y="4569"/>
                    <a:pt x="0" y="5861"/>
                  </a:cubicBezTo>
                  <a:lnTo>
                    <a:pt x="0" y="7247"/>
                  </a:lnTo>
                  <a:cubicBezTo>
                    <a:pt x="0" y="7436"/>
                    <a:pt x="158" y="7593"/>
                    <a:pt x="347" y="7593"/>
                  </a:cubicBezTo>
                  <a:lnTo>
                    <a:pt x="3938" y="7593"/>
                  </a:lnTo>
                  <a:cubicBezTo>
                    <a:pt x="3214" y="8192"/>
                    <a:pt x="2741" y="9043"/>
                    <a:pt x="2741" y="10019"/>
                  </a:cubicBezTo>
                  <a:lnTo>
                    <a:pt x="2741" y="11437"/>
                  </a:lnTo>
                  <a:cubicBezTo>
                    <a:pt x="2741" y="11658"/>
                    <a:pt x="2899" y="11815"/>
                    <a:pt x="3088" y="11815"/>
                  </a:cubicBezTo>
                  <a:lnTo>
                    <a:pt x="8696" y="11815"/>
                  </a:lnTo>
                  <a:cubicBezTo>
                    <a:pt x="8885" y="11815"/>
                    <a:pt x="9042" y="11658"/>
                    <a:pt x="9042" y="11437"/>
                  </a:cubicBezTo>
                  <a:lnTo>
                    <a:pt x="9042" y="10019"/>
                  </a:lnTo>
                  <a:cubicBezTo>
                    <a:pt x="9042" y="9043"/>
                    <a:pt x="8570" y="8192"/>
                    <a:pt x="7876" y="7593"/>
                  </a:cubicBezTo>
                  <a:lnTo>
                    <a:pt x="11436" y="7593"/>
                  </a:lnTo>
                  <a:cubicBezTo>
                    <a:pt x="11657" y="7593"/>
                    <a:pt x="11815" y="7436"/>
                    <a:pt x="11815" y="7247"/>
                  </a:cubicBezTo>
                  <a:lnTo>
                    <a:pt x="11815" y="5861"/>
                  </a:lnTo>
                  <a:cubicBezTo>
                    <a:pt x="11846" y="4600"/>
                    <a:pt x="11027" y="3466"/>
                    <a:pt x="9861" y="2994"/>
                  </a:cubicBezTo>
                  <a:cubicBezTo>
                    <a:pt x="10239" y="2679"/>
                    <a:pt x="10428" y="2206"/>
                    <a:pt x="10428" y="1734"/>
                  </a:cubicBezTo>
                  <a:cubicBezTo>
                    <a:pt x="10428" y="788"/>
                    <a:pt x="9641" y="1"/>
                    <a:pt x="8696" y="1"/>
                  </a:cubicBezTo>
                  <a:cubicBezTo>
                    <a:pt x="7750" y="1"/>
                    <a:pt x="6963" y="788"/>
                    <a:pt x="6963" y="1734"/>
                  </a:cubicBezTo>
                  <a:cubicBezTo>
                    <a:pt x="6963" y="2238"/>
                    <a:pt x="7152" y="2679"/>
                    <a:pt x="7498" y="2994"/>
                  </a:cubicBezTo>
                  <a:cubicBezTo>
                    <a:pt x="6931" y="3214"/>
                    <a:pt x="6396" y="3624"/>
                    <a:pt x="6049" y="4159"/>
                  </a:cubicBezTo>
                  <a:lnTo>
                    <a:pt x="5734" y="4159"/>
                  </a:lnTo>
                  <a:cubicBezTo>
                    <a:pt x="5388" y="3655"/>
                    <a:pt x="4883" y="3214"/>
                    <a:pt x="4285" y="2994"/>
                  </a:cubicBezTo>
                  <a:cubicBezTo>
                    <a:pt x="4631" y="2679"/>
                    <a:pt x="4820" y="2238"/>
                    <a:pt x="4820" y="1734"/>
                  </a:cubicBezTo>
                  <a:cubicBezTo>
                    <a:pt x="4820" y="788"/>
                    <a:pt x="4033" y="1"/>
                    <a:pt x="30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29" name="Google Shape;10130;p63">
              <a:extLst>
                <a:ext uri="{FF2B5EF4-FFF2-40B4-BE49-F238E27FC236}">
                  <a16:creationId xmlns:a16="http://schemas.microsoft.com/office/drawing/2014/main" id="{7D9CEEBF-1FE0-4916-B576-999D62A760C9}"/>
                </a:ext>
              </a:extLst>
            </p:cNvPr>
            <p:cNvSpPr/>
            <p:nvPr/>
          </p:nvSpPr>
          <p:spPr>
            <a:xfrm>
              <a:off x="3825750" y="2075775"/>
              <a:ext cx="35450" cy="17350"/>
            </a:xfrm>
            <a:custGeom>
              <a:avLst/>
              <a:gdLst/>
              <a:ahLst/>
              <a:cxnLst/>
              <a:rect l="l" t="t" r="r" b="b"/>
              <a:pathLst>
                <a:path w="1418" h="694" extrusionOk="0">
                  <a:moveTo>
                    <a:pt x="347" y="0"/>
                  </a:moveTo>
                  <a:cubicBezTo>
                    <a:pt x="158" y="0"/>
                    <a:pt x="0" y="158"/>
                    <a:pt x="0" y="347"/>
                  </a:cubicBezTo>
                  <a:cubicBezTo>
                    <a:pt x="0" y="536"/>
                    <a:pt x="158" y="694"/>
                    <a:pt x="347" y="694"/>
                  </a:cubicBezTo>
                  <a:lnTo>
                    <a:pt x="1071" y="694"/>
                  </a:lnTo>
                  <a:cubicBezTo>
                    <a:pt x="1260" y="694"/>
                    <a:pt x="1418" y="536"/>
                    <a:pt x="1418" y="347"/>
                  </a:cubicBezTo>
                  <a:cubicBezTo>
                    <a:pt x="1418" y="158"/>
                    <a:pt x="1260"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30" name="Google Shape;10131;p63">
              <a:extLst>
                <a:ext uri="{FF2B5EF4-FFF2-40B4-BE49-F238E27FC236}">
                  <a16:creationId xmlns:a16="http://schemas.microsoft.com/office/drawing/2014/main" id="{AAB19335-FEDC-4DC2-8295-410E9E9F6739}"/>
                </a:ext>
              </a:extLst>
            </p:cNvPr>
            <p:cNvSpPr/>
            <p:nvPr/>
          </p:nvSpPr>
          <p:spPr>
            <a:xfrm>
              <a:off x="3633550" y="2075775"/>
              <a:ext cx="35475" cy="17350"/>
            </a:xfrm>
            <a:custGeom>
              <a:avLst/>
              <a:gdLst/>
              <a:ahLst/>
              <a:cxnLst/>
              <a:rect l="l" t="t" r="r" b="b"/>
              <a:pathLst>
                <a:path w="1419" h="694" extrusionOk="0">
                  <a:moveTo>
                    <a:pt x="379" y="0"/>
                  </a:moveTo>
                  <a:cubicBezTo>
                    <a:pt x="158" y="0"/>
                    <a:pt x="1" y="158"/>
                    <a:pt x="1" y="347"/>
                  </a:cubicBezTo>
                  <a:cubicBezTo>
                    <a:pt x="1" y="536"/>
                    <a:pt x="158" y="694"/>
                    <a:pt x="379" y="694"/>
                  </a:cubicBezTo>
                  <a:lnTo>
                    <a:pt x="1072" y="694"/>
                  </a:lnTo>
                  <a:cubicBezTo>
                    <a:pt x="1261" y="694"/>
                    <a:pt x="1419" y="536"/>
                    <a:pt x="1419" y="347"/>
                  </a:cubicBezTo>
                  <a:cubicBezTo>
                    <a:pt x="1419" y="158"/>
                    <a:pt x="1261" y="0"/>
                    <a:pt x="107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grpSp>
    </p:spTree>
    <p:extLst>
      <p:ext uri="{BB962C8B-B14F-4D97-AF65-F5344CB8AC3E}">
        <p14:creationId xmlns:p14="http://schemas.microsoft.com/office/powerpoint/2010/main" val="303479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325725"/>
            <a:ext cx="3653400" cy="98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BACKGROUND</a:t>
            </a:r>
            <a:endParaRPr dirty="0"/>
          </a:p>
        </p:txBody>
      </p:sp>
      <p:sp>
        <p:nvSpPr>
          <p:cNvPr id="740" name="Google Shape;740;p32"/>
          <p:cNvSpPr txBox="1">
            <a:spLocks noGrp="1"/>
          </p:cNvSpPr>
          <p:nvPr>
            <p:ph type="title" idx="2"/>
          </p:nvPr>
        </p:nvSpPr>
        <p:spPr>
          <a:xfrm>
            <a:off x="4790350" y="2279800"/>
            <a:ext cx="1343100" cy="98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02269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44"/>
          <p:cNvSpPr/>
          <p:nvPr/>
        </p:nvSpPr>
        <p:spPr>
          <a:xfrm>
            <a:off x="688440" y="1868585"/>
            <a:ext cx="715800" cy="269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4"/>
          <p:cNvSpPr/>
          <p:nvPr/>
        </p:nvSpPr>
        <p:spPr>
          <a:xfrm>
            <a:off x="2178720" y="2652785"/>
            <a:ext cx="715800" cy="1909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GB" dirty="0"/>
              <a:t>An Overview of Visual Impairment in Pakistan</a:t>
            </a:r>
            <a:endParaRPr sz="2600" b="0" dirty="0">
              <a:latin typeface="Raleway Black"/>
              <a:ea typeface="Raleway Black"/>
              <a:cs typeface="Raleway Black"/>
              <a:sym typeface="Raleway Black"/>
            </a:endParaRPr>
          </a:p>
        </p:txBody>
      </p:sp>
      <p:sp>
        <p:nvSpPr>
          <p:cNvPr id="1148" name="Google Shape;1148;p44"/>
          <p:cNvSpPr txBox="1"/>
          <p:nvPr/>
        </p:nvSpPr>
        <p:spPr>
          <a:xfrm>
            <a:off x="330448" y="1250090"/>
            <a:ext cx="1415802" cy="554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GB" sz="1800" b="1" dirty="0">
                <a:solidFill>
                  <a:schemeClr val="tx1"/>
                </a:solidFill>
              </a:rPr>
              <a:t> ~9,028,073</a:t>
            </a:r>
            <a:endParaRPr b="1" dirty="0">
              <a:solidFill>
                <a:schemeClr val="tx1"/>
              </a:solidFill>
              <a:latin typeface="Raleway"/>
              <a:ea typeface="Raleway"/>
              <a:cs typeface="Raleway"/>
              <a:sym typeface="Raleway"/>
            </a:endParaRPr>
          </a:p>
        </p:txBody>
      </p:sp>
      <p:sp>
        <p:nvSpPr>
          <p:cNvPr id="1149" name="Google Shape;1149;p44"/>
          <p:cNvSpPr txBox="1"/>
          <p:nvPr/>
        </p:nvSpPr>
        <p:spPr>
          <a:xfrm>
            <a:off x="1901670" y="2098685"/>
            <a:ext cx="1269900" cy="554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b="1" dirty="0">
                <a:solidFill>
                  <a:schemeClr val="lt1"/>
                </a:solidFill>
                <a:latin typeface="Raleway"/>
                <a:ea typeface="Raleway"/>
                <a:cs typeface="Raleway"/>
                <a:sym typeface="Raleway"/>
              </a:rPr>
              <a:t>~</a:t>
            </a:r>
            <a:r>
              <a:rPr lang="en-GB" sz="1800" dirty="0">
                <a:solidFill>
                  <a:schemeClr val="bg1"/>
                </a:solidFill>
              </a:rPr>
              <a:t>484,027</a:t>
            </a:r>
            <a:endParaRPr sz="1800" b="1" dirty="0">
              <a:solidFill>
                <a:schemeClr val="bg1"/>
              </a:solidFill>
              <a:latin typeface="Raleway"/>
              <a:ea typeface="Raleway"/>
              <a:cs typeface="Raleway"/>
              <a:sym typeface="Raleway"/>
            </a:endParaRPr>
          </a:p>
        </p:txBody>
      </p:sp>
      <p:sp>
        <p:nvSpPr>
          <p:cNvPr id="1151" name="Google Shape;1151;p44"/>
          <p:cNvSpPr/>
          <p:nvPr/>
        </p:nvSpPr>
        <p:spPr>
          <a:xfrm>
            <a:off x="4254550" y="1192392"/>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4"/>
          <p:cNvSpPr txBox="1"/>
          <p:nvPr/>
        </p:nvSpPr>
        <p:spPr>
          <a:xfrm>
            <a:off x="4254550" y="1316623"/>
            <a:ext cx="3584100" cy="84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dirty="0">
                <a:solidFill>
                  <a:schemeClr val="tx1"/>
                </a:solidFill>
              </a:rPr>
              <a:t>Around 9 million </a:t>
            </a:r>
            <a:r>
              <a:rPr lang="en-GB" dirty="0">
                <a:solidFill>
                  <a:schemeClr val="tx1"/>
                </a:solidFill>
              </a:rPr>
              <a:t>people in Pakistan have </a:t>
            </a:r>
            <a:r>
              <a:rPr lang="en-GB" b="1" dirty="0">
                <a:solidFill>
                  <a:schemeClr val="tx1"/>
                </a:solidFill>
              </a:rPr>
              <a:t>some degree of vision impairment</a:t>
            </a:r>
            <a:r>
              <a:rPr lang="en-GB" dirty="0">
                <a:solidFill>
                  <a:schemeClr val="tx1"/>
                </a:solidFill>
              </a:rPr>
              <a:t> (from mild to total blindness).</a:t>
            </a:r>
            <a:endParaRPr sz="1100" dirty="0">
              <a:solidFill>
                <a:schemeClr val="tx1"/>
              </a:solidFill>
              <a:latin typeface="Hanken Grotesk"/>
              <a:ea typeface="Hanken Grotesk"/>
              <a:cs typeface="Hanken Grotesk"/>
              <a:sym typeface="Hanken Grotesk"/>
            </a:endParaRPr>
          </a:p>
        </p:txBody>
      </p:sp>
      <p:sp>
        <p:nvSpPr>
          <p:cNvPr id="1155" name="Google Shape;1155;p44"/>
          <p:cNvSpPr txBox="1"/>
          <p:nvPr/>
        </p:nvSpPr>
        <p:spPr>
          <a:xfrm>
            <a:off x="4803250" y="3146137"/>
            <a:ext cx="3584100" cy="84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dirty="0">
                <a:solidFill>
                  <a:schemeClr val="tx1"/>
                </a:solidFill>
              </a:rPr>
              <a:t>Out of these, </a:t>
            </a:r>
            <a:r>
              <a:rPr lang="en-GB" b="1" dirty="0">
                <a:solidFill>
                  <a:schemeClr val="tx1"/>
                </a:solidFill>
              </a:rPr>
              <a:t>around 4 million people are blind</a:t>
            </a:r>
            <a:r>
              <a:rPr lang="en-GB" dirty="0">
                <a:solidFill>
                  <a:schemeClr val="tx1"/>
                </a:solidFill>
              </a:rPr>
              <a:t> (significant vision loss)</a:t>
            </a:r>
            <a:endParaRPr sz="1100" dirty="0">
              <a:solidFill>
                <a:schemeClr val="tx1"/>
              </a:solidFill>
              <a:latin typeface="Hanken Grotesk"/>
              <a:ea typeface="Hanken Grotesk"/>
              <a:cs typeface="Hanken Grotesk"/>
              <a:sym typeface="Hanken Grotesk"/>
            </a:endParaRPr>
          </a:p>
        </p:txBody>
      </p:sp>
      <p:sp>
        <p:nvSpPr>
          <p:cNvPr id="1159" name="Google Shape;1159;p44"/>
          <p:cNvSpPr/>
          <p:nvPr/>
        </p:nvSpPr>
        <p:spPr>
          <a:xfrm>
            <a:off x="4254550" y="3554792"/>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78" name="Google Shape;1178;p44"/>
          <p:cNvCxnSpPr>
            <a:cxnSpLocks/>
          </p:cNvCxnSpPr>
          <p:nvPr/>
        </p:nvCxnSpPr>
        <p:spPr>
          <a:xfrm flipH="1">
            <a:off x="1709400" y="1489767"/>
            <a:ext cx="2508300" cy="552000"/>
          </a:xfrm>
          <a:prstGeom prst="bentConnector3">
            <a:avLst>
              <a:gd name="adj1" fmla="val 50000"/>
            </a:avLst>
          </a:prstGeom>
          <a:noFill/>
          <a:ln w="9525" cap="flat" cmpd="sng">
            <a:solidFill>
              <a:schemeClr val="dk1"/>
            </a:solidFill>
            <a:prstDash val="solid"/>
            <a:round/>
            <a:headEnd type="none" w="med" len="med"/>
            <a:tailEnd type="diamond" w="med" len="med"/>
          </a:ln>
        </p:spPr>
      </p:cxnSp>
      <p:cxnSp>
        <p:nvCxnSpPr>
          <p:cNvPr id="1179" name="Google Shape;1179;p44"/>
          <p:cNvCxnSpPr>
            <a:cxnSpLocks/>
          </p:cNvCxnSpPr>
          <p:nvPr/>
        </p:nvCxnSpPr>
        <p:spPr>
          <a:xfrm flipH="1">
            <a:off x="3033667" y="3420220"/>
            <a:ext cx="1701600" cy="183600"/>
          </a:xfrm>
          <a:prstGeom prst="bentConnector3">
            <a:avLst>
              <a:gd name="adj1" fmla="val 50000"/>
            </a:avLst>
          </a:prstGeom>
          <a:noFill/>
          <a:ln w="9525" cap="flat" cmpd="sng">
            <a:solidFill>
              <a:schemeClr val="dk1"/>
            </a:solidFill>
            <a:prstDash val="solid"/>
            <a:round/>
            <a:headEnd type="none" w="med" len="med"/>
            <a:tailEnd type="diamond" w="med" len="med"/>
          </a:ln>
        </p:spPr>
      </p:cxnSp>
      <p:sp>
        <p:nvSpPr>
          <p:cNvPr id="39" name="Google Shape;1157;p44">
            <a:extLst>
              <a:ext uri="{FF2B5EF4-FFF2-40B4-BE49-F238E27FC236}">
                <a16:creationId xmlns:a16="http://schemas.microsoft.com/office/drawing/2014/main" id="{35518ED0-B75D-4899-AB35-DABB2E160973}"/>
              </a:ext>
            </a:extLst>
          </p:cNvPr>
          <p:cNvSpPr txBox="1"/>
          <p:nvPr/>
        </p:nvSpPr>
        <p:spPr>
          <a:xfrm>
            <a:off x="3495391" y="4700203"/>
            <a:ext cx="5648609" cy="54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u="sng" dirty="0">
                <a:solidFill>
                  <a:schemeClr val="tx1"/>
                </a:solidFill>
              </a:rPr>
              <a:t>According to the </a:t>
            </a:r>
            <a:r>
              <a:rPr lang="en-GB" sz="1100" b="1" u="sng" dirty="0">
                <a:solidFill>
                  <a:schemeClr val="tx1"/>
                </a:solidFill>
              </a:rPr>
              <a:t>Third National Survey of Blindness</a:t>
            </a:r>
            <a:r>
              <a:rPr lang="en-GB" sz="1100" u="sng" dirty="0">
                <a:solidFill>
                  <a:schemeClr val="tx1"/>
                </a:solidFill>
              </a:rPr>
              <a:t> conducted from </a:t>
            </a:r>
            <a:r>
              <a:rPr lang="en-GB" sz="1100" b="1" u="sng" dirty="0">
                <a:solidFill>
                  <a:schemeClr val="tx1"/>
                </a:solidFill>
              </a:rPr>
              <a:t>2019–2021</a:t>
            </a:r>
            <a:endParaRPr sz="1000" u="sng" dirty="0">
              <a:solidFill>
                <a:schemeClr val="tx1"/>
              </a:solidFill>
              <a:latin typeface="Hanken Grotesk"/>
              <a:ea typeface="Hanken Grotesk"/>
              <a:cs typeface="Hanken Grotesk"/>
              <a:sym typeface="Hanken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335639" y="2343925"/>
            <a:ext cx="4402763" cy="98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000" dirty="0"/>
              <a:t>SOLUTION </a:t>
            </a:r>
            <a:br>
              <a:rPr lang="en" dirty="0"/>
            </a:br>
            <a:r>
              <a:rPr lang="en" sz="2800" dirty="0">
                <a:latin typeface="Segoe UI Emoji" panose="020B0502040204020203" pitchFamily="34" charset="0"/>
                <a:ea typeface="Segoe UI Emoji" panose="020B0502040204020203" pitchFamily="34" charset="0"/>
              </a:rPr>
              <a:t>WHAT WE OFFER?</a:t>
            </a:r>
            <a:endParaRPr dirty="0">
              <a:latin typeface="Segoe UI Emoji" panose="020B0502040204020203" pitchFamily="34" charset="0"/>
              <a:ea typeface="Segoe UI Emoji" panose="020B0502040204020203" pitchFamily="34" charset="0"/>
            </a:endParaRPr>
          </a:p>
        </p:txBody>
      </p:sp>
      <p:sp>
        <p:nvSpPr>
          <p:cNvPr id="740" name="Google Shape;740;p32"/>
          <p:cNvSpPr txBox="1">
            <a:spLocks noGrp="1"/>
          </p:cNvSpPr>
          <p:nvPr>
            <p:ph type="title" idx="2"/>
          </p:nvPr>
        </p:nvSpPr>
        <p:spPr>
          <a:xfrm>
            <a:off x="5878523" y="2447407"/>
            <a:ext cx="1343100" cy="98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19" name="Rectangle 18">
            <a:extLst>
              <a:ext uri="{FF2B5EF4-FFF2-40B4-BE49-F238E27FC236}">
                <a16:creationId xmlns:a16="http://schemas.microsoft.com/office/drawing/2014/main" id="{5677F0E5-2BAE-40A2-B531-707F77DFEE33}"/>
              </a:ext>
            </a:extLst>
          </p:cNvPr>
          <p:cNvSpPr/>
          <p:nvPr/>
        </p:nvSpPr>
        <p:spPr>
          <a:xfrm>
            <a:off x="5703706" y="1201414"/>
            <a:ext cx="2843148" cy="3034167"/>
          </a:xfrm>
          <a:custGeom>
            <a:avLst/>
            <a:gdLst>
              <a:gd name="connsiteX0" fmla="*/ 0 w 3122750"/>
              <a:gd name="connsiteY0" fmla="*/ 0 h 3747108"/>
              <a:gd name="connsiteX1" fmla="*/ 3122750 w 3122750"/>
              <a:gd name="connsiteY1" fmla="*/ 0 h 3747108"/>
              <a:gd name="connsiteX2" fmla="*/ 3122750 w 3122750"/>
              <a:gd name="connsiteY2" fmla="*/ 3747108 h 3747108"/>
              <a:gd name="connsiteX3" fmla="*/ 0 w 3122750"/>
              <a:gd name="connsiteY3" fmla="*/ 3747108 h 3747108"/>
              <a:gd name="connsiteX4" fmla="*/ 0 w 3122750"/>
              <a:gd name="connsiteY4" fmla="*/ 0 h 3747108"/>
              <a:gd name="connsiteX0" fmla="*/ 21266 w 3122750"/>
              <a:gd name="connsiteY0" fmla="*/ 0 h 3757741"/>
              <a:gd name="connsiteX1" fmla="*/ 3122750 w 3122750"/>
              <a:gd name="connsiteY1" fmla="*/ 10633 h 3757741"/>
              <a:gd name="connsiteX2" fmla="*/ 3122750 w 3122750"/>
              <a:gd name="connsiteY2" fmla="*/ 3757741 h 3757741"/>
              <a:gd name="connsiteX3" fmla="*/ 0 w 3122750"/>
              <a:gd name="connsiteY3" fmla="*/ 3757741 h 3757741"/>
              <a:gd name="connsiteX4" fmla="*/ 21266 w 3122750"/>
              <a:gd name="connsiteY4" fmla="*/ 0 h 3757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2750" h="3757741">
                <a:moveTo>
                  <a:pt x="21266" y="0"/>
                </a:moveTo>
                <a:lnTo>
                  <a:pt x="3122750" y="10633"/>
                </a:lnTo>
                <a:lnTo>
                  <a:pt x="3122750" y="3757741"/>
                </a:lnTo>
                <a:lnTo>
                  <a:pt x="0" y="3757741"/>
                </a:lnTo>
                <a:lnTo>
                  <a:pt x="21266" y="0"/>
                </a:lnTo>
                <a:close/>
              </a:path>
            </a:pathLst>
          </a:cu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0" name="Google Shape;730;p31"/>
          <p:cNvSpPr txBox="1">
            <a:spLocks noGrp="1"/>
          </p:cNvSpPr>
          <p:nvPr>
            <p:ph type="title"/>
          </p:nvPr>
        </p:nvSpPr>
        <p:spPr>
          <a:xfrm>
            <a:off x="1165960" y="520433"/>
            <a:ext cx="7588890" cy="61831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SEE BEYOND</a:t>
            </a:r>
            <a:endParaRPr sz="4000" dirty="0"/>
          </a:p>
        </p:txBody>
      </p:sp>
      <p:sp>
        <p:nvSpPr>
          <p:cNvPr id="731" name="Google Shape;731;p31"/>
          <p:cNvSpPr txBox="1">
            <a:spLocks noGrp="1"/>
          </p:cNvSpPr>
          <p:nvPr>
            <p:ph type="subTitle" idx="1"/>
          </p:nvPr>
        </p:nvSpPr>
        <p:spPr>
          <a:xfrm>
            <a:off x="756403" y="1305490"/>
            <a:ext cx="4678325" cy="3976233"/>
          </a:xfrm>
          <a:prstGeom prst="rect">
            <a:avLst/>
          </a:prstGeom>
        </p:spPr>
        <p:txBody>
          <a:bodyPr spcFirstLastPara="1" wrap="square" lIns="91425" tIns="91425" rIns="91425" bIns="91425" anchor="t" anchorCtr="0">
            <a:noAutofit/>
          </a:bodyPr>
          <a:lstStyle/>
          <a:p>
            <a:pPr marL="152400" indent="0" algn="just">
              <a:lnSpc>
                <a:spcPct val="150000"/>
              </a:lnSpc>
              <a:buNone/>
            </a:pPr>
            <a:r>
              <a:rPr lang="en-GB" sz="2000" dirty="0">
                <a:latin typeface="Raleway Black" pitchFamily="2" charset="0"/>
              </a:rPr>
              <a:t>“</a:t>
            </a:r>
            <a:r>
              <a:rPr lang="en-GB" sz="1600" dirty="0">
                <a:latin typeface="Raleway Black" pitchFamily="2" charset="0"/>
              </a:rPr>
              <a:t>An assistive smart glasses and cane system that combines real-time vision AI with audio and haptic feedback to empower visually impaired individuals with safer navigation and independent living</a:t>
            </a:r>
            <a:r>
              <a:rPr lang="en-GB" sz="2000" dirty="0">
                <a:latin typeface="Raleway Black" pitchFamily="2" charset="0"/>
              </a:rPr>
              <a:t>”</a:t>
            </a:r>
            <a:endParaRPr lang="en-US" sz="1400" dirty="0">
              <a:solidFill>
                <a:schemeClr val="tx1"/>
              </a:solidFill>
              <a:latin typeface="Raleway Black" pitchFamily="2" charset="0"/>
            </a:endParaRPr>
          </a:p>
        </p:txBody>
      </p:sp>
      <p:sp>
        <p:nvSpPr>
          <p:cNvPr id="733" name="Google Shape;733;p31"/>
          <p:cNvSpPr/>
          <p:nvPr/>
        </p:nvSpPr>
        <p:spPr>
          <a:xfrm>
            <a:off x="0" y="4505152"/>
            <a:ext cx="2787000" cy="178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1"/>
          <p:cNvSpPr/>
          <p:nvPr/>
        </p:nvSpPr>
        <p:spPr>
          <a:xfrm rot="-5400000">
            <a:off x="693860" y="641896"/>
            <a:ext cx="455567" cy="269671"/>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Google Shape;732;p31">
            <a:extLst>
              <a:ext uri="{FF2B5EF4-FFF2-40B4-BE49-F238E27FC236}">
                <a16:creationId xmlns:a16="http://schemas.microsoft.com/office/drawing/2014/main" id="{782A171E-B1F3-47F0-97D9-88821AC54914}"/>
              </a:ext>
            </a:extLst>
          </p:cNvPr>
          <p:cNvPicPr preferRelativeResize="0">
            <a:picLocks noGrp="1"/>
          </p:cNvPicPr>
          <p:nvPr>
            <p:ph type="pic" idx="2"/>
          </p:nvPr>
        </p:nvPicPr>
        <p:blipFill>
          <a:blip r:embed="rId3">
            <a:extLst>
              <a:ext uri="{96DAC541-7B7A-43D3-8B79-37D633B846F1}">
                <asvg:svgBlip xmlns:asvg="http://schemas.microsoft.com/office/drawing/2016/SVG/main" r:embed="rId4"/>
              </a:ext>
            </a:extLst>
          </a:blip>
          <a:srcRect l="10839" r="10839"/>
          <a:stretch/>
        </p:blipFill>
        <p:spPr>
          <a:xfrm>
            <a:off x="5922153" y="1201414"/>
            <a:ext cx="2355723" cy="2688150"/>
          </a:xfrm>
          <a:prstGeom prst="rect">
            <a:avLst/>
          </a:prstGeom>
        </p:spPr>
      </p:pic>
      <p:sp>
        <p:nvSpPr>
          <p:cNvPr id="20" name="TextBox 19">
            <a:extLst>
              <a:ext uri="{FF2B5EF4-FFF2-40B4-BE49-F238E27FC236}">
                <a16:creationId xmlns:a16="http://schemas.microsoft.com/office/drawing/2014/main" id="{9B60D8AF-FC19-4FD3-9C2F-BA9009B8429F}"/>
              </a:ext>
            </a:extLst>
          </p:cNvPr>
          <p:cNvSpPr txBox="1"/>
          <p:nvPr/>
        </p:nvSpPr>
        <p:spPr>
          <a:xfrm>
            <a:off x="5922153" y="3711253"/>
            <a:ext cx="2487796" cy="461665"/>
          </a:xfrm>
          <a:prstGeom prst="rect">
            <a:avLst/>
          </a:prstGeom>
          <a:noFill/>
        </p:spPr>
        <p:txBody>
          <a:bodyPr wrap="square" rtlCol="0">
            <a:spAutoFit/>
          </a:bodyPr>
          <a:lstStyle/>
          <a:p>
            <a:pPr algn="ctr"/>
            <a:r>
              <a:rPr lang="en-US" sz="2400" b="1" dirty="0">
                <a:solidFill>
                  <a:srgbClr val="FF3300"/>
                </a:solidFill>
                <a:latin typeface="Raleway Black" pitchFamily="2" charset="0"/>
              </a:rPr>
              <a:t>SEE</a:t>
            </a:r>
            <a:r>
              <a:rPr lang="en-US" sz="2400" b="1" dirty="0">
                <a:latin typeface="Raleway Black" pitchFamily="2" charset="0"/>
              </a:rPr>
              <a:t> </a:t>
            </a:r>
            <a:r>
              <a:rPr lang="en-US" sz="2400" b="1" dirty="0">
                <a:solidFill>
                  <a:srgbClr val="0070C0"/>
                </a:solidFill>
                <a:latin typeface="Raleway Black" pitchFamily="2" charset="0"/>
              </a:rPr>
              <a:t>BEYOND</a:t>
            </a:r>
            <a:endParaRPr lang="en-GB" sz="2400" b="1" dirty="0">
              <a:solidFill>
                <a:srgbClr val="0070C0"/>
              </a:solidFill>
              <a:latin typeface="Raleway Black"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36"/>
          <p:cNvSpPr txBox="1">
            <a:spLocks noGrp="1"/>
          </p:cNvSpPr>
          <p:nvPr>
            <p:ph type="title"/>
          </p:nvPr>
        </p:nvSpPr>
        <p:spPr>
          <a:xfrm>
            <a:off x="855074" y="33577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KEY FEATURES</a:t>
            </a:r>
            <a:endParaRPr sz="3600" dirty="0"/>
          </a:p>
        </p:txBody>
      </p:sp>
      <p:sp>
        <p:nvSpPr>
          <p:cNvPr id="838" name="Google Shape;838;p36"/>
          <p:cNvSpPr txBox="1">
            <a:spLocks noGrp="1"/>
          </p:cNvSpPr>
          <p:nvPr>
            <p:ph type="subTitle" idx="7"/>
          </p:nvPr>
        </p:nvSpPr>
        <p:spPr>
          <a:xfrm>
            <a:off x="779446" y="2033692"/>
            <a:ext cx="2320912" cy="527819"/>
          </a:xfrm>
          <a:prstGeom prst="rect">
            <a:avLst/>
          </a:prstGeom>
        </p:spPr>
        <p:txBody>
          <a:bodyPr spcFirstLastPara="1" wrap="square" lIns="91425" tIns="91425" rIns="91425" bIns="91425" anchor="b" anchorCtr="0">
            <a:noAutofit/>
          </a:bodyPr>
          <a:lstStyle/>
          <a:p>
            <a:pPr marL="152400" indent="0" algn="ctr"/>
            <a:r>
              <a:rPr lang="en-GB" sz="2400" dirty="0"/>
              <a:t>Object Recognition</a:t>
            </a:r>
          </a:p>
        </p:txBody>
      </p:sp>
      <p:sp>
        <p:nvSpPr>
          <p:cNvPr id="839" name="Google Shape;839;p36"/>
          <p:cNvSpPr txBox="1">
            <a:spLocks noGrp="1"/>
          </p:cNvSpPr>
          <p:nvPr>
            <p:ph type="subTitle" idx="8"/>
          </p:nvPr>
        </p:nvSpPr>
        <p:spPr>
          <a:xfrm>
            <a:off x="3451057" y="2001595"/>
            <a:ext cx="2241886" cy="492730"/>
          </a:xfrm>
          <a:prstGeom prst="rect">
            <a:avLst/>
          </a:prstGeom>
        </p:spPr>
        <p:txBody>
          <a:bodyPr spcFirstLastPara="1" wrap="square" lIns="91425" tIns="91425" rIns="91425" bIns="91425" anchor="b" anchorCtr="0">
            <a:noAutofit/>
          </a:bodyPr>
          <a:lstStyle/>
          <a:p>
            <a:pPr marL="0" indent="0" algn="ctr"/>
            <a:r>
              <a:rPr lang="en-GB" sz="2400" dirty="0"/>
              <a:t>People Recognition</a:t>
            </a:r>
          </a:p>
        </p:txBody>
      </p:sp>
      <p:sp>
        <p:nvSpPr>
          <p:cNvPr id="840" name="Google Shape;840;p36"/>
          <p:cNvSpPr txBox="1">
            <a:spLocks noGrp="1"/>
          </p:cNvSpPr>
          <p:nvPr>
            <p:ph type="subTitle" idx="9"/>
          </p:nvPr>
        </p:nvSpPr>
        <p:spPr>
          <a:xfrm>
            <a:off x="716113" y="3771103"/>
            <a:ext cx="3990961" cy="776264"/>
          </a:xfrm>
          <a:prstGeom prst="rect">
            <a:avLst/>
          </a:prstGeom>
        </p:spPr>
        <p:txBody>
          <a:bodyPr spcFirstLastPara="1" wrap="square" lIns="91425" tIns="91425" rIns="91425" bIns="91425" anchor="b" anchorCtr="0">
            <a:noAutofit/>
          </a:bodyPr>
          <a:lstStyle/>
          <a:p>
            <a:pPr marL="152400" indent="0" algn="ctr"/>
            <a:r>
              <a:rPr lang="en-GB" sz="2400" dirty="0"/>
              <a:t>Optical</a:t>
            </a:r>
          </a:p>
          <a:p>
            <a:pPr marL="152400" indent="0" algn="ctr"/>
            <a:r>
              <a:rPr lang="en-GB" sz="2400" dirty="0"/>
              <a:t> Character Recognition (OCR)</a:t>
            </a:r>
          </a:p>
        </p:txBody>
      </p:sp>
      <p:sp>
        <p:nvSpPr>
          <p:cNvPr id="843" name="Google Shape;843;p36"/>
          <p:cNvSpPr txBox="1">
            <a:spLocks noGrp="1"/>
          </p:cNvSpPr>
          <p:nvPr>
            <p:ph type="subTitle" idx="13"/>
          </p:nvPr>
        </p:nvSpPr>
        <p:spPr>
          <a:xfrm>
            <a:off x="5910609" y="2012525"/>
            <a:ext cx="2453945" cy="465000"/>
          </a:xfrm>
          <a:prstGeom prst="rect">
            <a:avLst/>
          </a:prstGeom>
        </p:spPr>
        <p:txBody>
          <a:bodyPr spcFirstLastPara="1" wrap="square" lIns="91425" tIns="91425" rIns="91425" bIns="91425" anchor="b" anchorCtr="0">
            <a:noAutofit/>
          </a:bodyPr>
          <a:lstStyle/>
          <a:p>
            <a:pPr marL="152400" indent="0" algn="ctr"/>
            <a:r>
              <a:rPr lang="en-GB" sz="2400" dirty="0"/>
              <a:t>Obstacle Detection</a:t>
            </a:r>
          </a:p>
        </p:txBody>
      </p:sp>
      <p:sp>
        <p:nvSpPr>
          <p:cNvPr id="844" name="Google Shape;844;p36"/>
          <p:cNvSpPr txBox="1">
            <a:spLocks noGrp="1"/>
          </p:cNvSpPr>
          <p:nvPr>
            <p:ph type="subTitle" idx="14"/>
          </p:nvPr>
        </p:nvSpPr>
        <p:spPr>
          <a:xfrm>
            <a:off x="5254894" y="3713270"/>
            <a:ext cx="3115609" cy="492730"/>
          </a:xfrm>
          <a:prstGeom prst="rect">
            <a:avLst/>
          </a:prstGeom>
        </p:spPr>
        <p:txBody>
          <a:bodyPr spcFirstLastPara="1" wrap="square" lIns="91425" tIns="91425" rIns="91425" bIns="91425" anchor="b" anchorCtr="0">
            <a:noAutofit/>
          </a:bodyPr>
          <a:lstStyle/>
          <a:p>
            <a:pPr marL="152400" indent="0" algn="ctr"/>
            <a:r>
              <a:rPr lang="en-GB" sz="2400" dirty="0"/>
              <a:t>Currency Recognition (PKR)</a:t>
            </a:r>
          </a:p>
        </p:txBody>
      </p:sp>
      <p:grpSp>
        <p:nvGrpSpPr>
          <p:cNvPr id="846" name="Google Shape;846;p36"/>
          <p:cNvGrpSpPr/>
          <p:nvPr/>
        </p:nvGrpSpPr>
        <p:grpSpPr>
          <a:xfrm>
            <a:off x="6679144" y="2862325"/>
            <a:ext cx="345150" cy="345075"/>
            <a:chOff x="7036288" y="2118050"/>
            <a:chExt cx="345150" cy="345075"/>
          </a:xfrm>
        </p:grpSpPr>
        <p:sp>
          <p:nvSpPr>
            <p:cNvPr id="847" name="Google Shape;847;p36"/>
            <p:cNvSpPr/>
            <p:nvPr/>
          </p:nvSpPr>
          <p:spPr>
            <a:xfrm>
              <a:off x="7117838" y="2199825"/>
              <a:ext cx="181750" cy="181825"/>
            </a:xfrm>
            <a:custGeom>
              <a:avLst/>
              <a:gdLst/>
              <a:ahLst/>
              <a:cxnLst/>
              <a:rect l="l" t="t" r="r" b="b"/>
              <a:pathLst>
                <a:path w="7270" h="7273" extrusionOk="0">
                  <a:moveTo>
                    <a:pt x="2570" y="1008"/>
                  </a:moveTo>
                  <a:cubicBezTo>
                    <a:pt x="2430" y="1333"/>
                    <a:pt x="2338" y="1732"/>
                    <a:pt x="2267" y="2141"/>
                  </a:cubicBezTo>
                  <a:lnTo>
                    <a:pt x="1227" y="2141"/>
                  </a:lnTo>
                  <a:cubicBezTo>
                    <a:pt x="1544" y="1639"/>
                    <a:pt x="2009" y="1241"/>
                    <a:pt x="2570" y="1008"/>
                  </a:cubicBezTo>
                  <a:close/>
                  <a:moveTo>
                    <a:pt x="3634" y="797"/>
                  </a:moveTo>
                  <a:cubicBezTo>
                    <a:pt x="3693" y="831"/>
                    <a:pt x="3880" y="1008"/>
                    <a:pt x="4043" y="1569"/>
                  </a:cubicBezTo>
                  <a:cubicBezTo>
                    <a:pt x="4102" y="1743"/>
                    <a:pt x="4150" y="1942"/>
                    <a:pt x="4183" y="2141"/>
                  </a:cubicBezTo>
                  <a:lnTo>
                    <a:pt x="3087" y="2141"/>
                  </a:lnTo>
                  <a:cubicBezTo>
                    <a:pt x="3120" y="1942"/>
                    <a:pt x="3168" y="1743"/>
                    <a:pt x="3227" y="1569"/>
                  </a:cubicBezTo>
                  <a:cubicBezTo>
                    <a:pt x="3401" y="1008"/>
                    <a:pt x="3578" y="831"/>
                    <a:pt x="3634" y="797"/>
                  </a:cubicBezTo>
                  <a:close/>
                  <a:moveTo>
                    <a:pt x="4711" y="1008"/>
                  </a:moveTo>
                  <a:cubicBezTo>
                    <a:pt x="5261" y="1241"/>
                    <a:pt x="5726" y="1639"/>
                    <a:pt x="6043" y="2141"/>
                  </a:cubicBezTo>
                  <a:lnTo>
                    <a:pt x="5003" y="2141"/>
                  </a:lnTo>
                  <a:cubicBezTo>
                    <a:pt x="4932" y="1732"/>
                    <a:pt x="4840" y="1333"/>
                    <a:pt x="4711" y="1008"/>
                  </a:cubicBezTo>
                  <a:close/>
                  <a:moveTo>
                    <a:pt x="2175" y="2958"/>
                  </a:moveTo>
                  <a:cubicBezTo>
                    <a:pt x="2161" y="3182"/>
                    <a:pt x="2150" y="3404"/>
                    <a:pt x="2150" y="3625"/>
                  </a:cubicBezTo>
                  <a:cubicBezTo>
                    <a:pt x="2150" y="3847"/>
                    <a:pt x="2161" y="4080"/>
                    <a:pt x="2175" y="4304"/>
                  </a:cubicBezTo>
                  <a:lnTo>
                    <a:pt x="887" y="4304"/>
                  </a:lnTo>
                  <a:cubicBezTo>
                    <a:pt x="828" y="4080"/>
                    <a:pt x="806" y="3858"/>
                    <a:pt x="806" y="3625"/>
                  </a:cubicBezTo>
                  <a:cubicBezTo>
                    <a:pt x="806" y="3392"/>
                    <a:pt x="828" y="3168"/>
                    <a:pt x="887" y="2958"/>
                  </a:cubicBezTo>
                  <a:close/>
                  <a:moveTo>
                    <a:pt x="4290" y="2958"/>
                  </a:moveTo>
                  <a:cubicBezTo>
                    <a:pt x="4301" y="3168"/>
                    <a:pt x="4313" y="3404"/>
                    <a:pt x="4313" y="3625"/>
                  </a:cubicBezTo>
                  <a:cubicBezTo>
                    <a:pt x="4313" y="3858"/>
                    <a:pt x="4301" y="4080"/>
                    <a:pt x="4290" y="4304"/>
                  </a:cubicBezTo>
                  <a:lnTo>
                    <a:pt x="2991" y="4304"/>
                  </a:lnTo>
                  <a:cubicBezTo>
                    <a:pt x="2969" y="4080"/>
                    <a:pt x="2958" y="3858"/>
                    <a:pt x="2958" y="3625"/>
                  </a:cubicBezTo>
                  <a:cubicBezTo>
                    <a:pt x="2958" y="3404"/>
                    <a:pt x="2969" y="3168"/>
                    <a:pt x="2991" y="2958"/>
                  </a:cubicBezTo>
                  <a:close/>
                  <a:moveTo>
                    <a:pt x="6383" y="2958"/>
                  </a:moveTo>
                  <a:cubicBezTo>
                    <a:pt x="6439" y="3168"/>
                    <a:pt x="6464" y="3392"/>
                    <a:pt x="6464" y="3625"/>
                  </a:cubicBezTo>
                  <a:cubicBezTo>
                    <a:pt x="6464" y="3858"/>
                    <a:pt x="6439" y="4080"/>
                    <a:pt x="6383" y="4304"/>
                  </a:cubicBezTo>
                  <a:lnTo>
                    <a:pt x="5095" y="4304"/>
                  </a:lnTo>
                  <a:cubicBezTo>
                    <a:pt x="5106" y="4080"/>
                    <a:pt x="5120" y="3847"/>
                    <a:pt x="5120" y="3625"/>
                  </a:cubicBezTo>
                  <a:cubicBezTo>
                    <a:pt x="5120" y="3404"/>
                    <a:pt x="5106" y="3182"/>
                    <a:pt x="5095" y="2958"/>
                  </a:cubicBezTo>
                  <a:close/>
                  <a:moveTo>
                    <a:pt x="2267" y="5109"/>
                  </a:moveTo>
                  <a:cubicBezTo>
                    <a:pt x="2338" y="5530"/>
                    <a:pt x="2430" y="5917"/>
                    <a:pt x="2570" y="6243"/>
                  </a:cubicBezTo>
                  <a:cubicBezTo>
                    <a:pt x="2009" y="6021"/>
                    <a:pt x="1544" y="5611"/>
                    <a:pt x="1227" y="5109"/>
                  </a:cubicBezTo>
                  <a:close/>
                  <a:moveTo>
                    <a:pt x="6043" y="5109"/>
                  </a:moveTo>
                  <a:cubicBezTo>
                    <a:pt x="5726" y="5611"/>
                    <a:pt x="5261" y="6021"/>
                    <a:pt x="4711" y="6243"/>
                  </a:cubicBezTo>
                  <a:cubicBezTo>
                    <a:pt x="4840" y="5917"/>
                    <a:pt x="4932" y="5530"/>
                    <a:pt x="5003" y="5109"/>
                  </a:cubicBezTo>
                  <a:close/>
                  <a:moveTo>
                    <a:pt x="4183" y="5109"/>
                  </a:moveTo>
                  <a:cubicBezTo>
                    <a:pt x="4150" y="5320"/>
                    <a:pt x="4102" y="5508"/>
                    <a:pt x="4043" y="5681"/>
                  </a:cubicBezTo>
                  <a:cubicBezTo>
                    <a:pt x="3880" y="6243"/>
                    <a:pt x="3693" y="6430"/>
                    <a:pt x="3634" y="6453"/>
                  </a:cubicBezTo>
                  <a:cubicBezTo>
                    <a:pt x="3578" y="6430"/>
                    <a:pt x="3401" y="6243"/>
                    <a:pt x="3227" y="5681"/>
                  </a:cubicBezTo>
                  <a:cubicBezTo>
                    <a:pt x="3168" y="5508"/>
                    <a:pt x="3120" y="5320"/>
                    <a:pt x="3087" y="5109"/>
                  </a:cubicBezTo>
                  <a:close/>
                  <a:moveTo>
                    <a:pt x="3634" y="1"/>
                  </a:moveTo>
                  <a:cubicBezTo>
                    <a:pt x="1625" y="1"/>
                    <a:pt x="1" y="1625"/>
                    <a:pt x="1" y="3636"/>
                  </a:cubicBezTo>
                  <a:cubicBezTo>
                    <a:pt x="1" y="5648"/>
                    <a:pt x="1625" y="7272"/>
                    <a:pt x="3634" y="7272"/>
                  </a:cubicBezTo>
                  <a:cubicBezTo>
                    <a:pt x="5645" y="7272"/>
                    <a:pt x="7269" y="5648"/>
                    <a:pt x="7269" y="3636"/>
                  </a:cubicBezTo>
                  <a:cubicBezTo>
                    <a:pt x="7269" y="1625"/>
                    <a:pt x="5645" y="1"/>
                    <a:pt x="3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48" name="Google Shape;848;p36"/>
            <p:cNvSpPr/>
            <p:nvPr/>
          </p:nvSpPr>
          <p:spPr>
            <a:xfrm>
              <a:off x="7036288" y="2118050"/>
              <a:ext cx="345150" cy="345075"/>
            </a:xfrm>
            <a:custGeom>
              <a:avLst/>
              <a:gdLst/>
              <a:ahLst/>
              <a:cxnLst/>
              <a:rect l="l" t="t" r="r" b="b"/>
              <a:pathLst>
                <a:path w="13806" h="13803" extrusionOk="0">
                  <a:moveTo>
                    <a:pt x="7597" y="806"/>
                  </a:moveTo>
                  <a:lnTo>
                    <a:pt x="7667" y="1670"/>
                  </a:lnTo>
                  <a:cubicBezTo>
                    <a:pt x="7692" y="1847"/>
                    <a:pt x="7807" y="1987"/>
                    <a:pt x="7984" y="2035"/>
                  </a:cubicBezTo>
                  <a:cubicBezTo>
                    <a:pt x="8545" y="2150"/>
                    <a:pt x="9084" y="2371"/>
                    <a:pt x="9575" y="2688"/>
                  </a:cubicBezTo>
                  <a:cubicBezTo>
                    <a:pt x="9637" y="2729"/>
                    <a:pt x="9710" y="2750"/>
                    <a:pt x="9784" y="2750"/>
                  </a:cubicBezTo>
                  <a:cubicBezTo>
                    <a:pt x="9876" y="2750"/>
                    <a:pt x="9969" y="2717"/>
                    <a:pt x="10040" y="2652"/>
                  </a:cubicBezTo>
                  <a:lnTo>
                    <a:pt x="10708" y="2091"/>
                  </a:lnTo>
                  <a:lnTo>
                    <a:pt x="11701" y="3087"/>
                  </a:lnTo>
                  <a:lnTo>
                    <a:pt x="11140" y="3751"/>
                  </a:lnTo>
                  <a:cubicBezTo>
                    <a:pt x="11033" y="3880"/>
                    <a:pt x="11011" y="4080"/>
                    <a:pt x="11118" y="4231"/>
                  </a:cubicBezTo>
                  <a:cubicBezTo>
                    <a:pt x="11421" y="4711"/>
                    <a:pt x="11642" y="5247"/>
                    <a:pt x="11771" y="5808"/>
                  </a:cubicBezTo>
                  <a:cubicBezTo>
                    <a:pt x="11805" y="5984"/>
                    <a:pt x="11945" y="6113"/>
                    <a:pt x="12133" y="6125"/>
                  </a:cubicBezTo>
                  <a:lnTo>
                    <a:pt x="12986" y="6195"/>
                  </a:lnTo>
                  <a:lnTo>
                    <a:pt x="12986" y="7609"/>
                  </a:lnTo>
                  <a:lnTo>
                    <a:pt x="12133" y="7679"/>
                  </a:lnTo>
                  <a:cubicBezTo>
                    <a:pt x="11945" y="7690"/>
                    <a:pt x="11805" y="7819"/>
                    <a:pt x="11760" y="7996"/>
                  </a:cubicBezTo>
                  <a:cubicBezTo>
                    <a:pt x="11642" y="8557"/>
                    <a:pt x="11421" y="9082"/>
                    <a:pt x="11118" y="9572"/>
                  </a:cubicBezTo>
                  <a:cubicBezTo>
                    <a:pt x="11011" y="9713"/>
                    <a:pt x="11033" y="9912"/>
                    <a:pt x="11140" y="10052"/>
                  </a:cubicBezTo>
                  <a:lnTo>
                    <a:pt x="11701" y="10706"/>
                  </a:lnTo>
                  <a:lnTo>
                    <a:pt x="10708" y="11699"/>
                  </a:lnTo>
                  <a:lnTo>
                    <a:pt x="10040" y="11138"/>
                  </a:lnTo>
                  <a:cubicBezTo>
                    <a:pt x="9970" y="11081"/>
                    <a:pt x="9880" y="11052"/>
                    <a:pt x="9791" y="11052"/>
                  </a:cubicBezTo>
                  <a:cubicBezTo>
                    <a:pt x="9715" y="11052"/>
                    <a:pt x="9639" y="11073"/>
                    <a:pt x="9575" y="11115"/>
                  </a:cubicBezTo>
                  <a:cubicBezTo>
                    <a:pt x="9084" y="11418"/>
                    <a:pt x="8545" y="11643"/>
                    <a:pt x="7984" y="11769"/>
                  </a:cubicBezTo>
                  <a:cubicBezTo>
                    <a:pt x="7821" y="11805"/>
                    <a:pt x="7692" y="11946"/>
                    <a:pt x="7667" y="12134"/>
                  </a:cubicBezTo>
                  <a:lnTo>
                    <a:pt x="7597" y="12987"/>
                  </a:lnTo>
                  <a:lnTo>
                    <a:pt x="6194" y="12987"/>
                  </a:lnTo>
                  <a:lnTo>
                    <a:pt x="6124" y="12134"/>
                  </a:lnTo>
                  <a:cubicBezTo>
                    <a:pt x="6102" y="11946"/>
                    <a:pt x="5973" y="11805"/>
                    <a:pt x="5799" y="11769"/>
                  </a:cubicBezTo>
                  <a:cubicBezTo>
                    <a:pt x="5249" y="11643"/>
                    <a:pt x="4710" y="11418"/>
                    <a:pt x="4231" y="11115"/>
                  </a:cubicBezTo>
                  <a:cubicBezTo>
                    <a:pt x="4161" y="11073"/>
                    <a:pt x="4082" y="11052"/>
                    <a:pt x="4004" y="11052"/>
                  </a:cubicBezTo>
                  <a:cubicBezTo>
                    <a:pt x="3912" y="11052"/>
                    <a:pt x="3822" y="11081"/>
                    <a:pt x="3754" y="11138"/>
                  </a:cubicBezTo>
                  <a:lnTo>
                    <a:pt x="3086" y="11699"/>
                  </a:lnTo>
                  <a:lnTo>
                    <a:pt x="2093" y="10706"/>
                  </a:lnTo>
                  <a:lnTo>
                    <a:pt x="2654" y="10052"/>
                  </a:lnTo>
                  <a:cubicBezTo>
                    <a:pt x="2772" y="9912"/>
                    <a:pt x="2783" y="9713"/>
                    <a:pt x="2688" y="9572"/>
                  </a:cubicBezTo>
                  <a:cubicBezTo>
                    <a:pt x="2373" y="9082"/>
                    <a:pt x="2152" y="8557"/>
                    <a:pt x="2034" y="7996"/>
                  </a:cubicBezTo>
                  <a:cubicBezTo>
                    <a:pt x="1986" y="7819"/>
                    <a:pt x="1846" y="7690"/>
                    <a:pt x="1672" y="7679"/>
                  </a:cubicBezTo>
                  <a:lnTo>
                    <a:pt x="808" y="7609"/>
                  </a:lnTo>
                  <a:lnTo>
                    <a:pt x="808" y="6195"/>
                  </a:lnTo>
                  <a:lnTo>
                    <a:pt x="1672" y="6125"/>
                  </a:lnTo>
                  <a:cubicBezTo>
                    <a:pt x="1846" y="6113"/>
                    <a:pt x="1986" y="5984"/>
                    <a:pt x="2034" y="5808"/>
                  </a:cubicBezTo>
                  <a:cubicBezTo>
                    <a:pt x="2152" y="5247"/>
                    <a:pt x="2373" y="4711"/>
                    <a:pt x="2688" y="4220"/>
                  </a:cubicBezTo>
                  <a:cubicBezTo>
                    <a:pt x="2783" y="4080"/>
                    <a:pt x="2772" y="3880"/>
                    <a:pt x="2654" y="3751"/>
                  </a:cubicBezTo>
                  <a:lnTo>
                    <a:pt x="2093" y="3087"/>
                  </a:lnTo>
                  <a:lnTo>
                    <a:pt x="3086" y="2091"/>
                  </a:lnTo>
                  <a:lnTo>
                    <a:pt x="3754" y="2652"/>
                  </a:lnTo>
                  <a:cubicBezTo>
                    <a:pt x="3824" y="2717"/>
                    <a:pt x="3917" y="2750"/>
                    <a:pt x="4012" y="2750"/>
                  </a:cubicBezTo>
                  <a:cubicBezTo>
                    <a:pt x="4087" y="2750"/>
                    <a:pt x="4163" y="2729"/>
                    <a:pt x="4231" y="2688"/>
                  </a:cubicBezTo>
                  <a:cubicBezTo>
                    <a:pt x="4710" y="2371"/>
                    <a:pt x="5249" y="2161"/>
                    <a:pt x="5799" y="2035"/>
                  </a:cubicBezTo>
                  <a:cubicBezTo>
                    <a:pt x="5973" y="1987"/>
                    <a:pt x="6102" y="1847"/>
                    <a:pt x="6124" y="1670"/>
                  </a:cubicBezTo>
                  <a:lnTo>
                    <a:pt x="6194" y="806"/>
                  </a:lnTo>
                  <a:close/>
                  <a:moveTo>
                    <a:pt x="5821" y="1"/>
                  </a:moveTo>
                  <a:cubicBezTo>
                    <a:pt x="5611" y="1"/>
                    <a:pt x="5437" y="163"/>
                    <a:pt x="5412" y="363"/>
                  </a:cubicBezTo>
                  <a:lnTo>
                    <a:pt x="5341" y="1308"/>
                  </a:lnTo>
                  <a:cubicBezTo>
                    <a:pt x="4887" y="1437"/>
                    <a:pt x="4455" y="1614"/>
                    <a:pt x="4057" y="1847"/>
                  </a:cubicBezTo>
                  <a:lnTo>
                    <a:pt x="3333" y="1227"/>
                  </a:lnTo>
                  <a:cubicBezTo>
                    <a:pt x="3255" y="1166"/>
                    <a:pt x="3163" y="1136"/>
                    <a:pt x="3071" y="1136"/>
                  </a:cubicBezTo>
                  <a:cubicBezTo>
                    <a:pt x="2967" y="1136"/>
                    <a:pt x="2863" y="1175"/>
                    <a:pt x="2783" y="1249"/>
                  </a:cubicBezTo>
                  <a:lnTo>
                    <a:pt x="1251" y="2781"/>
                  </a:lnTo>
                  <a:cubicBezTo>
                    <a:pt x="1111" y="2932"/>
                    <a:pt x="1100" y="3168"/>
                    <a:pt x="1229" y="3331"/>
                  </a:cubicBezTo>
                  <a:lnTo>
                    <a:pt x="1846" y="4054"/>
                  </a:lnTo>
                  <a:cubicBezTo>
                    <a:pt x="1613" y="4453"/>
                    <a:pt x="1439" y="4885"/>
                    <a:pt x="1310" y="5342"/>
                  </a:cubicBezTo>
                  <a:lnTo>
                    <a:pt x="362" y="5412"/>
                  </a:lnTo>
                  <a:cubicBezTo>
                    <a:pt x="152" y="5435"/>
                    <a:pt x="0" y="5611"/>
                    <a:pt x="0" y="5822"/>
                  </a:cubicBezTo>
                  <a:lnTo>
                    <a:pt x="0" y="7971"/>
                  </a:lnTo>
                  <a:cubicBezTo>
                    <a:pt x="0" y="8181"/>
                    <a:pt x="152" y="8358"/>
                    <a:pt x="362" y="8380"/>
                  </a:cubicBezTo>
                  <a:lnTo>
                    <a:pt x="1310" y="8462"/>
                  </a:lnTo>
                  <a:cubicBezTo>
                    <a:pt x="1439" y="8908"/>
                    <a:pt x="1613" y="9340"/>
                    <a:pt x="1846" y="9749"/>
                  </a:cubicBezTo>
                  <a:lnTo>
                    <a:pt x="1229" y="10473"/>
                  </a:lnTo>
                  <a:cubicBezTo>
                    <a:pt x="1100" y="10624"/>
                    <a:pt x="1111" y="10871"/>
                    <a:pt x="1251" y="11012"/>
                  </a:cubicBezTo>
                  <a:lnTo>
                    <a:pt x="2783" y="12540"/>
                  </a:lnTo>
                  <a:cubicBezTo>
                    <a:pt x="2863" y="12622"/>
                    <a:pt x="2967" y="12664"/>
                    <a:pt x="3071" y="12664"/>
                  </a:cubicBezTo>
                  <a:cubicBezTo>
                    <a:pt x="3163" y="12664"/>
                    <a:pt x="3255" y="12632"/>
                    <a:pt x="3333" y="12566"/>
                  </a:cubicBezTo>
                  <a:lnTo>
                    <a:pt x="4057" y="11946"/>
                  </a:lnTo>
                  <a:cubicBezTo>
                    <a:pt x="4455" y="12179"/>
                    <a:pt x="4887" y="12355"/>
                    <a:pt x="5341" y="12484"/>
                  </a:cubicBezTo>
                  <a:lnTo>
                    <a:pt x="5412" y="13430"/>
                  </a:lnTo>
                  <a:cubicBezTo>
                    <a:pt x="5437" y="13640"/>
                    <a:pt x="5611" y="13803"/>
                    <a:pt x="5821" y="13803"/>
                  </a:cubicBezTo>
                  <a:lnTo>
                    <a:pt x="7973" y="13803"/>
                  </a:lnTo>
                  <a:cubicBezTo>
                    <a:pt x="8183" y="13803"/>
                    <a:pt x="8357" y="13640"/>
                    <a:pt x="8382" y="13430"/>
                  </a:cubicBezTo>
                  <a:lnTo>
                    <a:pt x="8453" y="12484"/>
                  </a:lnTo>
                  <a:cubicBezTo>
                    <a:pt x="8907" y="12355"/>
                    <a:pt x="9339" y="12179"/>
                    <a:pt x="9749" y="11946"/>
                  </a:cubicBezTo>
                  <a:lnTo>
                    <a:pt x="10472" y="12566"/>
                  </a:lnTo>
                  <a:cubicBezTo>
                    <a:pt x="10545" y="12632"/>
                    <a:pt x="10637" y="12664"/>
                    <a:pt x="10729" y="12664"/>
                  </a:cubicBezTo>
                  <a:cubicBezTo>
                    <a:pt x="10833" y="12664"/>
                    <a:pt x="10937" y="12622"/>
                    <a:pt x="11011" y="12540"/>
                  </a:cubicBezTo>
                  <a:lnTo>
                    <a:pt x="12543" y="11012"/>
                  </a:lnTo>
                  <a:cubicBezTo>
                    <a:pt x="12694" y="10871"/>
                    <a:pt x="12694" y="10624"/>
                    <a:pt x="12565" y="10473"/>
                  </a:cubicBezTo>
                  <a:lnTo>
                    <a:pt x="11945" y="9749"/>
                  </a:lnTo>
                  <a:cubicBezTo>
                    <a:pt x="12181" y="9340"/>
                    <a:pt x="12355" y="8908"/>
                    <a:pt x="12484" y="8462"/>
                  </a:cubicBezTo>
                  <a:lnTo>
                    <a:pt x="13432" y="8380"/>
                  </a:lnTo>
                  <a:cubicBezTo>
                    <a:pt x="13642" y="8358"/>
                    <a:pt x="13805" y="8181"/>
                    <a:pt x="13805" y="7971"/>
                  </a:cubicBezTo>
                  <a:lnTo>
                    <a:pt x="13805" y="5822"/>
                  </a:lnTo>
                  <a:cubicBezTo>
                    <a:pt x="13805" y="5611"/>
                    <a:pt x="13642" y="5435"/>
                    <a:pt x="13432" y="5412"/>
                  </a:cubicBezTo>
                  <a:lnTo>
                    <a:pt x="12484" y="5342"/>
                  </a:lnTo>
                  <a:cubicBezTo>
                    <a:pt x="12355" y="4885"/>
                    <a:pt x="12181" y="4453"/>
                    <a:pt x="11945" y="4054"/>
                  </a:cubicBezTo>
                  <a:lnTo>
                    <a:pt x="12565" y="3331"/>
                  </a:lnTo>
                  <a:cubicBezTo>
                    <a:pt x="12694" y="3168"/>
                    <a:pt x="12694" y="2932"/>
                    <a:pt x="12543" y="2781"/>
                  </a:cubicBezTo>
                  <a:lnTo>
                    <a:pt x="11011" y="1249"/>
                  </a:lnTo>
                  <a:cubicBezTo>
                    <a:pt x="10937" y="1175"/>
                    <a:pt x="10833" y="1136"/>
                    <a:pt x="10729" y="1136"/>
                  </a:cubicBezTo>
                  <a:cubicBezTo>
                    <a:pt x="10637" y="1136"/>
                    <a:pt x="10545" y="1166"/>
                    <a:pt x="10472" y="1227"/>
                  </a:cubicBezTo>
                  <a:lnTo>
                    <a:pt x="9749" y="1847"/>
                  </a:lnTo>
                  <a:cubicBezTo>
                    <a:pt x="9339" y="1614"/>
                    <a:pt x="8907" y="1437"/>
                    <a:pt x="8453" y="1308"/>
                  </a:cubicBezTo>
                  <a:lnTo>
                    <a:pt x="8382" y="363"/>
                  </a:lnTo>
                  <a:cubicBezTo>
                    <a:pt x="8357" y="163"/>
                    <a:pt x="8183" y="1"/>
                    <a:pt x="7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852" name="Google Shape;852;p36"/>
          <p:cNvSpPr/>
          <p:nvPr/>
        </p:nvSpPr>
        <p:spPr>
          <a:xfrm>
            <a:off x="2711593" y="2862324"/>
            <a:ext cx="345150" cy="345075"/>
          </a:xfrm>
          <a:custGeom>
            <a:avLst/>
            <a:gdLst/>
            <a:ahLst/>
            <a:cxnLst/>
            <a:rect l="l" t="t" r="r" b="b"/>
            <a:pathLst>
              <a:path w="13806" h="13803" extrusionOk="0">
                <a:moveTo>
                  <a:pt x="4548" y="806"/>
                </a:moveTo>
                <a:cubicBezTo>
                  <a:pt x="4769" y="806"/>
                  <a:pt x="4946" y="983"/>
                  <a:pt x="4946" y="1204"/>
                </a:cubicBezTo>
                <a:cubicBezTo>
                  <a:pt x="4946" y="1437"/>
                  <a:pt x="4769" y="1614"/>
                  <a:pt x="4548" y="1614"/>
                </a:cubicBezTo>
                <a:cubicBezTo>
                  <a:pt x="4326" y="1614"/>
                  <a:pt x="4138" y="1437"/>
                  <a:pt x="4138" y="1204"/>
                </a:cubicBezTo>
                <a:cubicBezTo>
                  <a:pt x="4138" y="983"/>
                  <a:pt x="4326" y="806"/>
                  <a:pt x="4548" y="806"/>
                </a:cubicBezTo>
                <a:close/>
                <a:moveTo>
                  <a:pt x="9258" y="806"/>
                </a:moveTo>
                <a:cubicBezTo>
                  <a:pt x="9479" y="806"/>
                  <a:pt x="9667" y="983"/>
                  <a:pt x="9667" y="1204"/>
                </a:cubicBezTo>
                <a:cubicBezTo>
                  <a:pt x="9667" y="1437"/>
                  <a:pt x="9479" y="1614"/>
                  <a:pt x="9258" y="1614"/>
                </a:cubicBezTo>
                <a:cubicBezTo>
                  <a:pt x="9036" y="1614"/>
                  <a:pt x="8848" y="1437"/>
                  <a:pt x="8848" y="1204"/>
                </a:cubicBezTo>
                <a:cubicBezTo>
                  <a:pt x="8848" y="983"/>
                  <a:pt x="9036" y="806"/>
                  <a:pt x="9258" y="806"/>
                </a:cubicBezTo>
                <a:close/>
                <a:moveTo>
                  <a:pt x="1215" y="4139"/>
                </a:moveTo>
                <a:cubicBezTo>
                  <a:pt x="1439" y="4139"/>
                  <a:pt x="1613" y="4324"/>
                  <a:pt x="1613" y="4545"/>
                </a:cubicBezTo>
                <a:cubicBezTo>
                  <a:pt x="1613" y="4770"/>
                  <a:pt x="1439" y="4944"/>
                  <a:pt x="1215" y="4944"/>
                </a:cubicBezTo>
                <a:cubicBezTo>
                  <a:pt x="993" y="4944"/>
                  <a:pt x="808" y="4770"/>
                  <a:pt x="808" y="4545"/>
                </a:cubicBezTo>
                <a:cubicBezTo>
                  <a:pt x="808" y="4324"/>
                  <a:pt x="993" y="4139"/>
                  <a:pt x="1215" y="4139"/>
                </a:cubicBezTo>
                <a:close/>
                <a:moveTo>
                  <a:pt x="12590" y="4139"/>
                </a:moveTo>
                <a:cubicBezTo>
                  <a:pt x="12812" y="4139"/>
                  <a:pt x="12997" y="4324"/>
                  <a:pt x="12997" y="4545"/>
                </a:cubicBezTo>
                <a:cubicBezTo>
                  <a:pt x="12997" y="4770"/>
                  <a:pt x="12812" y="4944"/>
                  <a:pt x="12590" y="4944"/>
                </a:cubicBezTo>
                <a:cubicBezTo>
                  <a:pt x="12366" y="4944"/>
                  <a:pt x="12181" y="4770"/>
                  <a:pt x="12181" y="4545"/>
                </a:cubicBezTo>
                <a:cubicBezTo>
                  <a:pt x="12181" y="4324"/>
                  <a:pt x="12366" y="4139"/>
                  <a:pt x="12590" y="4139"/>
                </a:cubicBezTo>
                <a:close/>
                <a:moveTo>
                  <a:pt x="5832" y="4290"/>
                </a:moveTo>
                <a:lnTo>
                  <a:pt x="5832" y="4290"/>
                </a:lnTo>
                <a:cubicBezTo>
                  <a:pt x="5703" y="4615"/>
                  <a:pt x="5600" y="5014"/>
                  <a:pt x="5530" y="5423"/>
                </a:cubicBezTo>
                <a:lnTo>
                  <a:pt x="4489" y="5423"/>
                </a:lnTo>
                <a:cubicBezTo>
                  <a:pt x="4806" y="4921"/>
                  <a:pt x="5271" y="4523"/>
                  <a:pt x="5832" y="4290"/>
                </a:cubicBezTo>
                <a:close/>
                <a:moveTo>
                  <a:pt x="6896" y="4080"/>
                </a:moveTo>
                <a:cubicBezTo>
                  <a:pt x="6955" y="4113"/>
                  <a:pt x="7143" y="4290"/>
                  <a:pt x="7316" y="4851"/>
                </a:cubicBezTo>
                <a:cubicBezTo>
                  <a:pt x="7364" y="5025"/>
                  <a:pt x="7412" y="5224"/>
                  <a:pt x="7446" y="5423"/>
                </a:cubicBezTo>
                <a:lnTo>
                  <a:pt x="6360" y="5423"/>
                </a:lnTo>
                <a:cubicBezTo>
                  <a:pt x="6394" y="5224"/>
                  <a:pt x="6441" y="5025"/>
                  <a:pt x="6489" y="4851"/>
                </a:cubicBezTo>
                <a:cubicBezTo>
                  <a:pt x="6663" y="4290"/>
                  <a:pt x="6851" y="4113"/>
                  <a:pt x="6896" y="4080"/>
                </a:cubicBezTo>
                <a:close/>
                <a:moveTo>
                  <a:pt x="7973" y="4290"/>
                </a:moveTo>
                <a:lnTo>
                  <a:pt x="7973" y="4290"/>
                </a:lnTo>
                <a:cubicBezTo>
                  <a:pt x="8534" y="4523"/>
                  <a:pt x="9000" y="4921"/>
                  <a:pt x="9317" y="5423"/>
                </a:cubicBezTo>
                <a:lnTo>
                  <a:pt x="8265" y="5423"/>
                </a:lnTo>
                <a:cubicBezTo>
                  <a:pt x="8206" y="5014"/>
                  <a:pt x="8102" y="4615"/>
                  <a:pt x="7973" y="4290"/>
                </a:cubicBezTo>
                <a:close/>
                <a:moveTo>
                  <a:pt x="5437" y="6243"/>
                </a:moveTo>
                <a:cubicBezTo>
                  <a:pt x="5423" y="6464"/>
                  <a:pt x="5423" y="6686"/>
                  <a:pt x="5423" y="6907"/>
                </a:cubicBezTo>
                <a:cubicBezTo>
                  <a:pt x="5423" y="7129"/>
                  <a:pt x="5423" y="7365"/>
                  <a:pt x="5437" y="7586"/>
                </a:cubicBezTo>
                <a:lnTo>
                  <a:pt x="4149" y="7586"/>
                </a:lnTo>
                <a:cubicBezTo>
                  <a:pt x="4104" y="7376"/>
                  <a:pt x="4068" y="7140"/>
                  <a:pt x="4068" y="6907"/>
                </a:cubicBezTo>
                <a:cubicBezTo>
                  <a:pt x="4068" y="6675"/>
                  <a:pt x="4104" y="6453"/>
                  <a:pt x="4149" y="6243"/>
                </a:cubicBezTo>
                <a:close/>
                <a:moveTo>
                  <a:pt x="7552" y="6243"/>
                </a:moveTo>
                <a:cubicBezTo>
                  <a:pt x="7563" y="6453"/>
                  <a:pt x="7575" y="6686"/>
                  <a:pt x="7575" y="6907"/>
                </a:cubicBezTo>
                <a:cubicBezTo>
                  <a:pt x="7575" y="7140"/>
                  <a:pt x="7563" y="7365"/>
                  <a:pt x="7552" y="7586"/>
                </a:cubicBezTo>
                <a:lnTo>
                  <a:pt x="6253" y="7586"/>
                </a:lnTo>
                <a:cubicBezTo>
                  <a:pt x="6231" y="7365"/>
                  <a:pt x="6231" y="7140"/>
                  <a:pt x="6231" y="6907"/>
                </a:cubicBezTo>
                <a:cubicBezTo>
                  <a:pt x="6231" y="6686"/>
                  <a:pt x="6231" y="6453"/>
                  <a:pt x="6253" y="6243"/>
                </a:cubicBezTo>
                <a:close/>
                <a:moveTo>
                  <a:pt x="9656" y="6243"/>
                </a:moveTo>
                <a:cubicBezTo>
                  <a:pt x="9701" y="6453"/>
                  <a:pt x="9737" y="6675"/>
                  <a:pt x="9737" y="6907"/>
                </a:cubicBezTo>
                <a:cubicBezTo>
                  <a:pt x="9737" y="7140"/>
                  <a:pt x="9701" y="7376"/>
                  <a:pt x="9656" y="7586"/>
                </a:cubicBezTo>
                <a:lnTo>
                  <a:pt x="8357" y="7586"/>
                </a:lnTo>
                <a:cubicBezTo>
                  <a:pt x="8383" y="7365"/>
                  <a:pt x="8383" y="7129"/>
                  <a:pt x="8383" y="6907"/>
                </a:cubicBezTo>
                <a:cubicBezTo>
                  <a:pt x="8383" y="6686"/>
                  <a:pt x="8383" y="6464"/>
                  <a:pt x="8357" y="6243"/>
                </a:cubicBezTo>
                <a:close/>
                <a:moveTo>
                  <a:pt x="5530" y="8391"/>
                </a:moveTo>
                <a:cubicBezTo>
                  <a:pt x="5600" y="8812"/>
                  <a:pt x="5703" y="9199"/>
                  <a:pt x="5832" y="9539"/>
                </a:cubicBezTo>
                <a:cubicBezTo>
                  <a:pt x="5271" y="9303"/>
                  <a:pt x="4806" y="8908"/>
                  <a:pt x="4489" y="8391"/>
                </a:cubicBezTo>
                <a:close/>
                <a:moveTo>
                  <a:pt x="9317" y="8391"/>
                </a:moveTo>
                <a:cubicBezTo>
                  <a:pt x="9000" y="8908"/>
                  <a:pt x="8534" y="9303"/>
                  <a:pt x="7973" y="9539"/>
                </a:cubicBezTo>
                <a:cubicBezTo>
                  <a:pt x="8102" y="9199"/>
                  <a:pt x="8206" y="8812"/>
                  <a:pt x="8265" y="8391"/>
                </a:cubicBezTo>
                <a:close/>
                <a:moveTo>
                  <a:pt x="1215" y="8849"/>
                </a:moveTo>
                <a:cubicBezTo>
                  <a:pt x="1439" y="8849"/>
                  <a:pt x="1613" y="9034"/>
                  <a:pt x="1613" y="9258"/>
                </a:cubicBezTo>
                <a:cubicBezTo>
                  <a:pt x="1613" y="9480"/>
                  <a:pt x="1439" y="9654"/>
                  <a:pt x="1215" y="9654"/>
                </a:cubicBezTo>
                <a:cubicBezTo>
                  <a:pt x="993" y="9654"/>
                  <a:pt x="808" y="9480"/>
                  <a:pt x="808" y="9258"/>
                </a:cubicBezTo>
                <a:cubicBezTo>
                  <a:pt x="808" y="9034"/>
                  <a:pt x="993" y="8849"/>
                  <a:pt x="1215" y="8849"/>
                </a:cubicBezTo>
                <a:close/>
                <a:moveTo>
                  <a:pt x="12590" y="8849"/>
                </a:moveTo>
                <a:cubicBezTo>
                  <a:pt x="12812" y="8849"/>
                  <a:pt x="12997" y="9034"/>
                  <a:pt x="12997" y="9258"/>
                </a:cubicBezTo>
                <a:cubicBezTo>
                  <a:pt x="12997" y="9480"/>
                  <a:pt x="12812" y="9654"/>
                  <a:pt x="12590" y="9654"/>
                </a:cubicBezTo>
                <a:cubicBezTo>
                  <a:pt x="12366" y="9654"/>
                  <a:pt x="12181" y="9480"/>
                  <a:pt x="12181" y="9258"/>
                </a:cubicBezTo>
                <a:cubicBezTo>
                  <a:pt x="12181" y="9034"/>
                  <a:pt x="12366" y="8849"/>
                  <a:pt x="12590" y="8849"/>
                </a:cubicBezTo>
                <a:close/>
                <a:moveTo>
                  <a:pt x="7446" y="8391"/>
                </a:moveTo>
                <a:cubicBezTo>
                  <a:pt x="7412" y="8602"/>
                  <a:pt x="7364" y="8790"/>
                  <a:pt x="7316" y="8978"/>
                </a:cubicBezTo>
                <a:cubicBezTo>
                  <a:pt x="7143" y="9539"/>
                  <a:pt x="6955" y="9713"/>
                  <a:pt x="6896" y="9735"/>
                </a:cubicBezTo>
                <a:cubicBezTo>
                  <a:pt x="6851" y="9713"/>
                  <a:pt x="6663" y="9539"/>
                  <a:pt x="6489" y="8978"/>
                </a:cubicBezTo>
                <a:cubicBezTo>
                  <a:pt x="6441" y="8790"/>
                  <a:pt x="6394" y="8602"/>
                  <a:pt x="6360" y="8391"/>
                </a:cubicBezTo>
                <a:close/>
                <a:moveTo>
                  <a:pt x="4548" y="12179"/>
                </a:moveTo>
                <a:cubicBezTo>
                  <a:pt x="4769" y="12179"/>
                  <a:pt x="4946" y="12367"/>
                  <a:pt x="4946" y="12588"/>
                </a:cubicBezTo>
                <a:cubicBezTo>
                  <a:pt x="4946" y="12810"/>
                  <a:pt x="4769" y="12987"/>
                  <a:pt x="4548" y="12987"/>
                </a:cubicBezTo>
                <a:cubicBezTo>
                  <a:pt x="4326" y="12987"/>
                  <a:pt x="4138" y="12810"/>
                  <a:pt x="4138" y="12588"/>
                </a:cubicBezTo>
                <a:cubicBezTo>
                  <a:pt x="4138" y="12367"/>
                  <a:pt x="4326" y="12179"/>
                  <a:pt x="4548" y="12179"/>
                </a:cubicBezTo>
                <a:close/>
                <a:moveTo>
                  <a:pt x="9258" y="12179"/>
                </a:moveTo>
                <a:cubicBezTo>
                  <a:pt x="9479" y="12179"/>
                  <a:pt x="9667" y="12367"/>
                  <a:pt x="9667" y="12588"/>
                </a:cubicBezTo>
                <a:cubicBezTo>
                  <a:pt x="9667" y="12810"/>
                  <a:pt x="9479" y="12987"/>
                  <a:pt x="9258" y="12987"/>
                </a:cubicBezTo>
                <a:cubicBezTo>
                  <a:pt x="9036" y="12987"/>
                  <a:pt x="8848" y="12810"/>
                  <a:pt x="8848" y="12588"/>
                </a:cubicBezTo>
                <a:cubicBezTo>
                  <a:pt x="8848" y="12367"/>
                  <a:pt x="9036" y="12179"/>
                  <a:pt x="9258" y="12179"/>
                </a:cubicBezTo>
                <a:close/>
                <a:moveTo>
                  <a:pt x="4548" y="1"/>
                </a:moveTo>
                <a:cubicBezTo>
                  <a:pt x="3880" y="1"/>
                  <a:pt x="3333" y="537"/>
                  <a:pt x="3333" y="1204"/>
                </a:cubicBezTo>
                <a:cubicBezTo>
                  <a:pt x="3333" y="1880"/>
                  <a:pt x="3880" y="2419"/>
                  <a:pt x="4548" y="2419"/>
                </a:cubicBezTo>
                <a:lnTo>
                  <a:pt x="4607" y="2419"/>
                </a:lnTo>
                <a:lnTo>
                  <a:pt x="5142" y="3718"/>
                </a:lnTo>
                <a:cubicBezTo>
                  <a:pt x="4548" y="4043"/>
                  <a:pt x="4045" y="4534"/>
                  <a:pt x="3717" y="5143"/>
                </a:cubicBezTo>
                <a:lnTo>
                  <a:pt x="2421" y="4604"/>
                </a:lnTo>
                <a:cubicBezTo>
                  <a:pt x="2421" y="4582"/>
                  <a:pt x="2432" y="4559"/>
                  <a:pt x="2432" y="4545"/>
                </a:cubicBezTo>
                <a:cubicBezTo>
                  <a:pt x="2432" y="3869"/>
                  <a:pt x="1883" y="3331"/>
                  <a:pt x="1215" y="3331"/>
                </a:cubicBezTo>
                <a:cubicBezTo>
                  <a:pt x="539" y="3331"/>
                  <a:pt x="0" y="3869"/>
                  <a:pt x="0" y="4545"/>
                </a:cubicBezTo>
                <a:cubicBezTo>
                  <a:pt x="0" y="5213"/>
                  <a:pt x="539" y="5752"/>
                  <a:pt x="1215" y="5752"/>
                </a:cubicBezTo>
                <a:cubicBezTo>
                  <a:pt x="1566" y="5752"/>
                  <a:pt x="1894" y="5597"/>
                  <a:pt x="2115" y="5353"/>
                </a:cubicBezTo>
                <a:lnTo>
                  <a:pt x="3403" y="5892"/>
                </a:lnTo>
                <a:cubicBezTo>
                  <a:pt x="3308" y="6206"/>
                  <a:pt x="3263" y="6546"/>
                  <a:pt x="3263" y="6896"/>
                </a:cubicBezTo>
                <a:cubicBezTo>
                  <a:pt x="3263" y="7247"/>
                  <a:pt x="3308" y="7586"/>
                  <a:pt x="3403" y="7912"/>
                </a:cubicBezTo>
                <a:lnTo>
                  <a:pt x="2115" y="8439"/>
                </a:lnTo>
                <a:cubicBezTo>
                  <a:pt x="1894" y="8192"/>
                  <a:pt x="1566" y="8041"/>
                  <a:pt x="1215" y="8041"/>
                </a:cubicBezTo>
                <a:cubicBezTo>
                  <a:pt x="539" y="8041"/>
                  <a:pt x="0" y="8591"/>
                  <a:pt x="0" y="9258"/>
                </a:cubicBezTo>
                <a:cubicBezTo>
                  <a:pt x="0" y="9923"/>
                  <a:pt x="539" y="10473"/>
                  <a:pt x="1215" y="10473"/>
                </a:cubicBezTo>
                <a:cubicBezTo>
                  <a:pt x="1883" y="10473"/>
                  <a:pt x="2432" y="9923"/>
                  <a:pt x="2432" y="9258"/>
                </a:cubicBezTo>
                <a:cubicBezTo>
                  <a:pt x="2432" y="9233"/>
                  <a:pt x="2421" y="9211"/>
                  <a:pt x="2421" y="9188"/>
                </a:cubicBezTo>
                <a:lnTo>
                  <a:pt x="3717" y="8661"/>
                </a:lnTo>
                <a:cubicBezTo>
                  <a:pt x="4045" y="9258"/>
                  <a:pt x="4548" y="9749"/>
                  <a:pt x="5142" y="10086"/>
                </a:cubicBezTo>
                <a:lnTo>
                  <a:pt x="4607" y="11373"/>
                </a:lnTo>
                <a:lnTo>
                  <a:pt x="4548" y="11373"/>
                </a:lnTo>
                <a:cubicBezTo>
                  <a:pt x="3880" y="11373"/>
                  <a:pt x="3333" y="11923"/>
                  <a:pt x="3333" y="12588"/>
                </a:cubicBezTo>
                <a:cubicBezTo>
                  <a:pt x="3333" y="13256"/>
                  <a:pt x="3880" y="13803"/>
                  <a:pt x="4548" y="13803"/>
                </a:cubicBezTo>
                <a:cubicBezTo>
                  <a:pt x="5213" y="13803"/>
                  <a:pt x="5762" y="13256"/>
                  <a:pt x="5762" y="12588"/>
                </a:cubicBezTo>
                <a:cubicBezTo>
                  <a:pt x="5762" y="12226"/>
                  <a:pt x="5600" y="11909"/>
                  <a:pt x="5353" y="11688"/>
                </a:cubicBezTo>
                <a:lnTo>
                  <a:pt x="5891" y="10392"/>
                </a:lnTo>
                <a:cubicBezTo>
                  <a:pt x="6208" y="10484"/>
                  <a:pt x="6545" y="10543"/>
                  <a:pt x="6896" y="10543"/>
                </a:cubicBezTo>
                <a:cubicBezTo>
                  <a:pt x="7246" y="10543"/>
                  <a:pt x="7586" y="10484"/>
                  <a:pt x="7914" y="10392"/>
                </a:cubicBezTo>
                <a:lnTo>
                  <a:pt x="8453" y="11688"/>
                </a:lnTo>
                <a:cubicBezTo>
                  <a:pt x="8195" y="11909"/>
                  <a:pt x="8043" y="12226"/>
                  <a:pt x="8043" y="12588"/>
                </a:cubicBezTo>
                <a:cubicBezTo>
                  <a:pt x="8043" y="13256"/>
                  <a:pt x="8593" y="13803"/>
                  <a:pt x="9258" y="13803"/>
                </a:cubicBezTo>
                <a:cubicBezTo>
                  <a:pt x="9925" y="13803"/>
                  <a:pt x="10472" y="13256"/>
                  <a:pt x="10472" y="12588"/>
                </a:cubicBezTo>
                <a:cubicBezTo>
                  <a:pt x="10472" y="11923"/>
                  <a:pt x="9925" y="11373"/>
                  <a:pt x="9258" y="11373"/>
                </a:cubicBezTo>
                <a:lnTo>
                  <a:pt x="9199" y="11373"/>
                </a:lnTo>
                <a:lnTo>
                  <a:pt x="8663" y="10086"/>
                </a:lnTo>
                <a:cubicBezTo>
                  <a:pt x="9258" y="9749"/>
                  <a:pt x="9760" y="9258"/>
                  <a:pt x="10088" y="8661"/>
                </a:cubicBezTo>
                <a:lnTo>
                  <a:pt x="11373" y="9188"/>
                </a:lnTo>
                <a:lnTo>
                  <a:pt x="11373" y="9258"/>
                </a:lnTo>
                <a:cubicBezTo>
                  <a:pt x="11373" y="9923"/>
                  <a:pt x="11923" y="10473"/>
                  <a:pt x="12590" y="10473"/>
                </a:cubicBezTo>
                <a:cubicBezTo>
                  <a:pt x="13255" y="10473"/>
                  <a:pt x="13805" y="9923"/>
                  <a:pt x="13805" y="9258"/>
                </a:cubicBezTo>
                <a:cubicBezTo>
                  <a:pt x="13805" y="8591"/>
                  <a:pt x="13255" y="8041"/>
                  <a:pt x="12590" y="8041"/>
                </a:cubicBezTo>
                <a:cubicBezTo>
                  <a:pt x="12240" y="8041"/>
                  <a:pt x="11912" y="8192"/>
                  <a:pt x="11690" y="8439"/>
                </a:cubicBezTo>
                <a:lnTo>
                  <a:pt x="10402" y="7912"/>
                </a:lnTo>
                <a:cubicBezTo>
                  <a:pt x="10498" y="7586"/>
                  <a:pt x="10543" y="7247"/>
                  <a:pt x="10543" y="6896"/>
                </a:cubicBezTo>
                <a:cubicBezTo>
                  <a:pt x="10543" y="6546"/>
                  <a:pt x="10498" y="6206"/>
                  <a:pt x="10402" y="5892"/>
                </a:cubicBezTo>
                <a:lnTo>
                  <a:pt x="11690" y="5353"/>
                </a:lnTo>
                <a:cubicBezTo>
                  <a:pt x="11912" y="5597"/>
                  <a:pt x="12240" y="5752"/>
                  <a:pt x="12590" y="5752"/>
                </a:cubicBezTo>
                <a:cubicBezTo>
                  <a:pt x="13255" y="5752"/>
                  <a:pt x="13805" y="5213"/>
                  <a:pt x="13805" y="4545"/>
                </a:cubicBezTo>
                <a:cubicBezTo>
                  <a:pt x="13805" y="3869"/>
                  <a:pt x="13255" y="3331"/>
                  <a:pt x="12590" y="3331"/>
                </a:cubicBezTo>
                <a:cubicBezTo>
                  <a:pt x="11923" y="3331"/>
                  <a:pt x="11373" y="3869"/>
                  <a:pt x="11373" y="4545"/>
                </a:cubicBezTo>
                <a:lnTo>
                  <a:pt x="11373" y="4604"/>
                </a:lnTo>
                <a:lnTo>
                  <a:pt x="10088" y="5143"/>
                </a:lnTo>
                <a:cubicBezTo>
                  <a:pt x="9760" y="4534"/>
                  <a:pt x="9258" y="4043"/>
                  <a:pt x="8663" y="3718"/>
                </a:cubicBezTo>
                <a:lnTo>
                  <a:pt x="9199" y="2419"/>
                </a:lnTo>
                <a:lnTo>
                  <a:pt x="9258" y="2419"/>
                </a:lnTo>
                <a:cubicBezTo>
                  <a:pt x="9925" y="2419"/>
                  <a:pt x="10472" y="1880"/>
                  <a:pt x="10472" y="1204"/>
                </a:cubicBezTo>
                <a:cubicBezTo>
                  <a:pt x="10472" y="537"/>
                  <a:pt x="9925" y="1"/>
                  <a:pt x="9258" y="1"/>
                </a:cubicBezTo>
                <a:cubicBezTo>
                  <a:pt x="8593" y="1"/>
                  <a:pt x="8043" y="537"/>
                  <a:pt x="8043" y="1204"/>
                </a:cubicBezTo>
                <a:cubicBezTo>
                  <a:pt x="8043" y="1566"/>
                  <a:pt x="8195" y="1894"/>
                  <a:pt x="8453" y="2116"/>
                </a:cubicBezTo>
                <a:lnTo>
                  <a:pt x="7914" y="3401"/>
                </a:lnTo>
                <a:cubicBezTo>
                  <a:pt x="7586" y="3308"/>
                  <a:pt x="7246" y="3261"/>
                  <a:pt x="6896" y="3261"/>
                </a:cubicBezTo>
                <a:cubicBezTo>
                  <a:pt x="6545" y="3261"/>
                  <a:pt x="6208" y="3308"/>
                  <a:pt x="5891" y="3401"/>
                </a:cubicBezTo>
                <a:lnTo>
                  <a:pt x="5353" y="2116"/>
                </a:lnTo>
                <a:cubicBezTo>
                  <a:pt x="5600" y="1894"/>
                  <a:pt x="5762" y="1566"/>
                  <a:pt x="5762" y="1204"/>
                </a:cubicBezTo>
                <a:cubicBezTo>
                  <a:pt x="5762" y="537"/>
                  <a:pt x="5213" y="1"/>
                  <a:pt x="4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853" name="Google Shape;853;p36"/>
          <p:cNvGrpSpPr/>
          <p:nvPr/>
        </p:nvGrpSpPr>
        <p:grpSpPr>
          <a:xfrm>
            <a:off x="6997131" y="1130047"/>
            <a:ext cx="345150" cy="345150"/>
            <a:chOff x="7783763" y="1564575"/>
            <a:chExt cx="345150" cy="345150"/>
          </a:xfrm>
        </p:grpSpPr>
        <p:sp>
          <p:nvSpPr>
            <p:cNvPr id="854" name="Google Shape;854;p36"/>
            <p:cNvSpPr/>
            <p:nvPr/>
          </p:nvSpPr>
          <p:spPr>
            <a:xfrm>
              <a:off x="7783763" y="1564575"/>
              <a:ext cx="345150" cy="345150"/>
            </a:xfrm>
            <a:custGeom>
              <a:avLst/>
              <a:gdLst/>
              <a:ahLst/>
              <a:cxnLst/>
              <a:rect l="l" t="t" r="r" b="b"/>
              <a:pathLst>
                <a:path w="13806" h="13806" extrusionOk="0">
                  <a:moveTo>
                    <a:pt x="5928" y="805"/>
                  </a:moveTo>
                  <a:lnTo>
                    <a:pt x="6899" y="2747"/>
                  </a:lnTo>
                  <a:cubicBezTo>
                    <a:pt x="6957" y="2876"/>
                    <a:pt x="7098" y="2968"/>
                    <a:pt x="7249" y="2968"/>
                  </a:cubicBezTo>
                  <a:lnTo>
                    <a:pt x="12989" y="2968"/>
                  </a:lnTo>
                  <a:lnTo>
                    <a:pt x="12989" y="3776"/>
                  </a:lnTo>
                  <a:lnTo>
                    <a:pt x="6500" y="3776"/>
                  </a:lnTo>
                  <a:lnTo>
                    <a:pt x="5541" y="1846"/>
                  </a:lnTo>
                  <a:cubicBezTo>
                    <a:pt x="5471" y="1706"/>
                    <a:pt x="5330" y="1613"/>
                    <a:pt x="5179" y="1613"/>
                  </a:cubicBezTo>
                  <a:lnTo>
                    <a:pt x="2691" y="1613"/>
                  </a:lnTo>
                  <a:lnTo>
                    <a:pt x="2691" y="805"/>
                  </a:lnTo>
                  <a:close/>
                  <a:moveTo>
                    <a:pt x="4924" y="2432"/>
                  </a:moveTo>
                  <a:lnTo>
                    <a:pt x="5891" y="4360"/>
                  </a:lnTo>
                  <a:cubicBezTo>
                    <a:pt x="5962" y="4500"/>
                    <a:pt x="6102" y="4581"/>
                    <a:pt x="6256" y="4581"/>
                  </a:cubicBezTo>
                  <a:lnTo>
                    <a:pt x="12989" y="4581"/>
                  </a:lnTo>
                  <a:lnTo>
                    <a:pt x="12989" y="5389"/>
                  </a:lnTo>
                  <a:lnTo>
                    <a:pt x="5507" y="5389"/>
                  </a:lnTo>
                  <a:lnTo>
                    <a:pt x="4536" y="3459"/>
                  </a:lnTo>
                  <a:cubicBezTo>
                    <a:pt x="4466" y="3319"/>
                    <a:pt x="4326" y="3238"/>
                    <a:pt x="4175" y="3238"/>
                  </a:cubicBezTo>
                  <a:lnTo>
                    <a:pt x="1613" y="3238"/>
                  </a:lnTo>
                  <a:lnTo>
                    <a:pt x="1613" y="2432"/>
                  </a:lnTo>
                  <a:close/>
                  <a:moveTo>
                    <a:pt x="4166" y="7876"/>
                  </a:moveTo>
                  <a:cubicBezTo>
                    <a:pt x="4839" y="7876"/>
                    <a:pt x="5389" y="8414"/>
                    <a:pt x="5389" y="9081"/>
                  </a:cubicBezTo>
                  <a:lnTo>
                    <a:pt x="5389" y="9760"/>
                  </a:lnTo>
                  <a:lnTo>
                    <a:pt x="2960" y="9760"/>
                  </a:lnTo>
                  <a:lnTo>
                    <a:pt x="2960" y="9106"/>
                  </a:lnTo>
                  <a:cubicBezTo>
                    <a:pt x="2960" y="8475"/>
                    <a:pt x="3473" y="7914"/>
                    <a:pt x="4104" y="7878"/>
                  </a:cubicBezTo>
                  <a:cubicBezTo>
                    <a:pt x="4125" y="7877"/>
                    <a:pt x="4145" y="7876"/>
                    <a:pt x="4166" y="7876"/>
                  </a:cubicBezTo>
                  <a:close/>
                  <a:moveTo>
                    <a:pt x="3928" y="4045"/>
                  </a:moveTo>
                  <a:lnTo>
                    <a:pt x="4887" y="5973"/>
                  </a:lnTo>
                  <a:cubicBezTo>
                    <a:pt x="4957" y="6113"/>
                    <a:pt x="5098" y="6206"/>
                    <a:pt x="5249" y="6206"/>
                  </a:cubicBezTo>
                  <a:lnTo>
                    <a:pt x="12989" y="6206"/>
                  </a:lnTo>
                  <a:lnTo>
                    <a:pt x="12989" y="10299"/>
                  </a:lnTo>
                  <a:lnTo>
                    <a:pt x="6733" y="10299"/>
                  </a:lnTo>
                  <a:lnTo>
                    <a:pt x="6733" y="10169"/>
                  </a:lnTo>
                  <a:cubicBezTo>
                    <a:pt x="6733" y="9948"/>
                    <a:pt x="6559" y="9760"/>
                    <a:pt x="6337" y="9760"/>
                  </a:cubicBezTo>
                  <a:lnTo>
                    <a:pt x="6197" y="9760"/>
                  </a:lnTo>
                  <a:lnTo>
                    <a:pt x="6197" y="9117"/>
                  </a:lnTo>
                  <a:cubicBezTo>
                    <a:pt x="6197" y="8018"/>
                    <a:pt x="5344" y="7106"/>
                    <a:pt x="4256" y="7072"/>
                  </a:cubicBezTo>
                  <a:cubicBezTo>
                    <a:pt x="4227" y="7071"/>
                    <a:pt x="4199" y="7071"/>
                    <a:pt x="4170" y="7071"/>
                  </a:cubicBezTo>
                  <a:cubicBezTo>
                    <a:pt x="3054" y="7071"/>
                    <a:pt x="2152" y="7976"/>
                    <a:pt x="2152" y="9081"/>
                  </a:cubicBezTo>
                  <a:lnTo>
                    <a:pt x="2152" y="9760"/>
                  </a:lnTo>
                  <a:lnTo>
                    <a:pt x="2023" y="9760"/>
                  </a:lnTo>
                  <a:cubicBezTo>
                    <a:pt x="1801" y="9760"/>
                    <a:pt x="1613" y="9948"/>
                    <a:pt x="1613" y="10169"/>
                  </a:cubicBezTo>
                  <a:lnTo>
                    <a:pt x="1613" y="10299"/>
                  </a:lnTo>
                  <a:lnTo>
                    <a:pt x="808" y="10299"/>
                  </a:lnTo>
                  <a:lnTo>
                    <a:pt x="808" y="4045"/>
                  </a:lnTo>
                  <a:close/>
                  <a:moveTo>
                    <a:pt x="1613" y="11104"/>
                  </a:moveTo>
                  <a:lnTo>
                    <a:pt x="1613" y="11923"/>
                  </a:lnTo>
                  <a:lnTo>
                    <a:pt x="808" y="11923"/>
                  </a:lnTo>
                  <a:lnTo>
                    <a:pt x="808" y="11104"/>
                  </a:lnTo>
                  <a:close/>
                  <a:moveTo>
                    <a:pt x="12989" y="11104"/>
                  </a:moveTo>
                  <a:lnTo>
                    <a:pt x="12989" y="11923"/>
                  </a:lnTo>
                  <a:lnTo>
                    <a:pt x="6733" y="11923"/>
                  </a:lnTo>
                  <a:lnTo>
                    <a:pt x="6733" y="11104"/>
                  </a:lnTo>
                  <a:close/>
                  <a:moveTo>
                    <a:pt x="5928" y="10568"/>
                  </a:moveTo>
                  <a:lnTo>
                    <a:pt x="5928" y="12997"/>
                  </a:lnTo>
                  <a:lnTo>
                    <a:pt x="2421" y="12997"/>
                  </a:lnTo>
                  <a:lnTo>
                    <a:pt x="2421" y="10568"/>
                  </a:lnTo>
                  <a:close/>
                  <a:moveTo>
                    <a:pt x="2292" y="0"/>
                  </a:moveTo>
                  <a:cubicBezTo>
                    <a:pt x="2071" y="0"/>
                    <a:pt x="1883" y="188"/>
                    <a:pt x="1883" y="410"/>
                  </a:cubicBezTo>
                  <a:lnTo>
                    <a:pt x="1883" y="1613"/>
                  </a:lnTo>
                  <a:lnTo>
                    <a:pt x="1207" y="1613"/>
                  </a:lnTo>
                  <a:cubicBezTo>
                    <a:pt x="982" y="1613"/>
                    <a:pt x="808" y="1801"/>
                    <a:pt x="808" y="2023"/>
                  </a:cubicBezTo>
                  <a:lnTo>
                    <a:pt x="808" y="3238"/>
                  </a:lnTo>
                  <a:lnTo>
                    <a:pt x="399" y="3238"/>
                  </a:lnTo>
                  <a:cubicBezTo>
                    <a:pt x="177" y="3238"/>
                    <a:pt x="0" y="3414"/>
                    <a:pt x="0" y="3636"/>
                  </a:cubicBezTo>
                  <a:lnTo>
                    <a:pt x="0" y="12321"/>
                  </a:lnTo>
                  <a:cubicBezTo>
                    <a:pt x="0" y="12543"/>
                    <a:pt x="177" y="12728"/>
                    <a:pt x="399" y="12728"/>
                  </a:cubicBezTo>
                  <a:lnTo>
                    <a:pt x="1613" y="12728"/>
                  </a:lnTo>
                  <a:lnTo>
                    <a:pt x="1613" y="13396"/>
                  </a:lnTo>
                  <a:cubicBezTo>
                    <a:pt x="1613" y="13628"/>
                    <a:pt x="1801" y="13805"/>
                    <a:pt x="2023" y="13805"/>
                  </a:cubicBezTo>
                  <a:lnTo>
                    <a:pt x="6337" y="13805"/>
                  </a:lnTo>
                  <a:cubicBezTo>
                    <a:pt x="6559" y="13805"/>
                    <a:pt x="6733" y="13628"/>
                    <a:pt x="6733" y="13396"/>
                  </a:cubicBezTo>
                  <a:lnTo>
                    <a:pt x="6733" y="12728"/>
                  </a:lnTo>
                  <a:lnTo>
                    <a:pt x="13396" y="12728"/>
                  </a:lnTo>
                  <a:cubicBezTo>
                    <a:pt x="13620" y="12728"/>
                    <a:pt x="13805" y="12543"/>
                    <a:pt x="13805" y="12321"/>
                  </a:cubicBezTo>
                  <a:lnTo>
                    <a:pt x="13805" y="2559"/>
                  </a:lnTo>
                  <a:cubicBezTo>
                    <a:pt x="13805" y="2337"/>
                    <a:pt x="13620" y="2163"/>
                    <a:pt x="13396" y="2163"/>
                  </a:cubicBezTo>
                  <a:lnTo>
                    <a:pt x="7505" y="2163"/>
                  </a:lnTo>
                  <a:lnTo>
                    <a:pt x="6537" y="222"/>
                  </a:lnTo>
                  <a:cubicBezTo>
                    <a:pt x="6467" y="82"/>
                    <a:pt x="6326" y="0"/>
                    <a:pt x="61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55" name="Google Shape;855;p36"/>
            <p:cNvSpPr/>
            <p:nvPr/>
          </p:nvSpPr>
          <p:spPr>
            <a:xfrm>
              <a:off x="7867363" y="1848875"/>
              <a:ext cx="41525" cy="20525"/>
            </a:xfrm>
            <a:custGeom>
              <a:avLst/>
              <a:gdLst/>
              <a:ahLst/>
              <a:cxnLst/>
              <a:rect l="l" t="t" r="r" b="b"/>
              <a:pathLst>
                <a:path w="1661" h="821" extrusionOk="0">
                  <a:moveTo>
                    <a:pt x="432" y="1"/>
                  </a:moveTo>
                  <a:cubicBezTo>
                    <a:pt x="222" y="1"/>
                    <a:pt x="48" y="152"/>
                    <a:pt x="23" y="363"/>
                  </a:cubicBezTo>
                  <a:cubicBezTo>
                    <a:pt x="0" y="610"/>
                    <a:pt x="188" y="820"/>
                    <a:pt x="421" y="820"/>
                  </a:cubicBezTo>
                  <a:lnTo>
                    <a:pt x="1229" y="820"/>
                  </a:lnTo>
                  <a:cubicBezTo>
                    <a:pt x="1425" y="820"/>
                    <a:pt x="1613" y="669"/>
                    <a:pt x="1636" y="458"/>
                  </a:cubicBezTo>
                  <a:cubicBezTo>
                    <a:pt x="1661" y="211"/>
                    <a:pt x="1473" y="1"/>
                    <a:pt x="12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56" name="Google Shape;856;p36"/>
            <p:cNvSpPr/>
            <p:nvPr/>
          </p:nvSpPr>
          <p:spPr>
            <a:xfrm>
              <a:off x="7972263" y="1740450"/>
              <a:ext cx="116025" cy="60850"/>
            </a:xfrm>
            <a:custGeom>
              <a:avLst/>
              <a:gdLst/>
              <a:ahLst/>
              <a:cxnLst/>
              <a:rect l="l" t="t" r="r" b="b"/>
              <a:pathLst>
                <a:path w="4641" h="2434" extrusionOk="0">
                  <a:moveTo>
                    <a:pt x="3836" y="809"/>
                  </a:moveTo>
                  <a:lnTo>
                    <a:pt x="3836" y="1614"/>
                  </a:lnTo>
                  <a:lnTo>
                    <a:pt x="820" y="1614"/>
                  </a:lnTo>
                  <a:lnTo>
                    <a:pt x="820" y="809"/>
                  </a:lnTo>
                  <a:close/>
                  <a:moveTo>
                    <a:pt x="411" y="1"/>
                  </a:moveTo>
                  <a:cubicBezTo>
                    <a:pt x="189" y="1"/>
                    <a:pt x="1" y="189"/>
                    <a:pt x="1" y="411"/>
                  </a:cubicBezTo>
                  <a:lnTo>
                    <a:pt x="1" y="2024"/>
                  </a:lnTo>
                  <a:cubicBezTo>
                    <a:pt x="1" y="2245"/>
                    <a:pt x="189" y="2433"/>
                    <a:pt x="411" y="2433"/>
                  </a:cubicBezTo>
                  <a:lnTo>
                    <a:pt x="4243" y="2433"/>
                  </a:lnTo>
                  <a:cubicBezTo>
                    <a:pt x="4467" y="2433"/>
                    <a:pt x="4641" y="2245"/>
                    <a:pt x="4641" y="2024"/>
                  </a:cubicBezTo>
                  <a:lnTo>
                    <a:pt x="4641" y="411"/>
                  </a:lnTo>
                  <a:cubicBezTo>
                    <a:pt x="4641" y="189"/>
                    <a:pt x="4467" y="1"/>
                    <a:pt x="42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857" name="Google Shape;857;p36"/>
          <p:cNvGrpSpPr/>
          <p:nvPr/>
        </p:nvGrpSpPr>
        <p:grpSpPr>
          <a:xfrm>
            <a:off x="1804260" y="1282461"/>
            <a:ext cx="348375" cy="345150"/>
            <a:chOff x="7007038" y="1564575"/>
            <a:chExt cx="348375" cy="345150"/>
          </a:xfrm>
        </p:grpSpPr>
        <p:sp>
          <p:nvSpPr>
            <p:cNvPr id="858" name="Google Shape;858;p36"/>
            <p:cNvSpPr/>
            <p:nvPr/>
          </p:nvSpPr>
          <p:spPr>
            <a:xfrm>
              <a:off x="7007038" y="1762000"/>
              <a:ext cx="348375" cy="147725"/>
            </a:xfrm>
            <a:custGeom>
              <a:avLst/>
              <a:gdLst/>
              <a:ahLst/>
              <a:cxnLst/>
              <a:rect l="l" t="t" r="r" b="b"/>
              <a:pathLst>
                <a:path w="13935" h="5909" extrusionOk="0">
                  <a:moveTo>
                    <a:pt x="1942" y="1058"/>
                  </a:moveTo>
                  <a:lnTo>
                    <a:pt x="1942" y="5100"/>
                  </a:lnTo>
                  <a:lnTo>
                    <a:pt x="808" y="5100"/>
                  </a:lnTo>
                  <a:lnTo>
                    <a:pt x="808" y="1058"/>
                  </a:lnTo>
                  <a:close/>
                  <a:moveTo>
                    <a:pt x="12525" y="807"/>
                  </a:moveTo>
                  <a:cubicBezTo>
                    <a:pt x="12673" y="807"/>
                    <a:pt x="12818" y="880"/>
                    <a:pt x="12905" y="1010"/>
                  </a:cubicBezTo>
                  <a:cubicBezTo>
                    <a:pt x="13045" y="1198"/>
                    <a:pt x="13011" y="1453"/>
                    <a:pt x="12849" y="1605"/>
                  </a:cubicBezTo>
                  <a:lnTo>
                    <a:pt x="10018" y="4318"/>
                  </a:lnTo>
                  <a:cubicBezTo>
                    <a:pt x="9494" y="4820"/>
                    <a:pt x="8792" y="5100"/>
                    <a:pt x="8066" y="5100"/>
                  </a:cubicBezTo>
                  <a:lnTo>
                    <a:pt x="2750" y="5100"/>
                  </a:lnTo>
                  <a:lnTo>
                    <a:pt x="2750" y="1815"/>
                  </a:lnTo>
                  <a:lnTo>
                    <a:pt x="3274" y="1571"/>
                  </a:lnTo>
                  <a:cubicBezTo>
                    <a:pt x="3537" y="1450"/>
                    <a:pt x="3818" y="1391"/>
                    <a:pt x="4099" y="1391"/>
                  </a:cubicBezTo>
                  <a:cubicBezTo>
                    <a:pt x="4442" y="1391"/>
                    <a:pt x="4784" y="1480"/>
                    <a:pt x="5086" y="1653"/>
                  </a:cubicBezTo>
                  <a:cubicBezTo>
                    <a:pt x="5507" y="1899"/>
                    <a:pt x="5987" y="2026"/>
                    <a:pt x="6478" y="2026"/>
                  </a:cubicBezTo>
                  <a:lnTo>
                    <a:pt x="8416" y="2026"/>
                  </a:lnTo>
                  <a:cubicBezTo>
                    <a:pt x="8615" y="2026"/>
                    <a:pt x="8803" y="2166"/>
                    <a:pt x="8826" y="2376"/>
                  </a:cubicBezTo>
                  <a:cubicBezTo>
                    <a:pt x="8851" y="2612"/>
                    <a:pt x="8663" y="2811"/>
                    <a:pt x="8416" y="2811"/>
                  </a:cubicBezTo>
                  <a:lnTo>
                    <a:pt x="5821" y="2834"/>
                  </a:lnTo>
                  <a:cubicBezTo>
                    <a:pt x="5589" y="2834"/>
                    <a:pt x="5401" y="3033"/>
                    <a:pt x="5415" y="3254"/>
                  </a:cubicBezTo>
                  <a:cubicBezTo>
                    <a:pt x="5426" y="3476"/>
                    <a:pt x="5611" y="3639"/>
                    <a:pt x="5835" y="3639"/>
                  </a:cubicBezTo>
                  <a:lnTo>
                    <a:pt x="8416" y="3639"/>
                  </a:lnTo>
                  <a:cubicBezTo>
                    <a:pt x="8966" y="3639"/>
                    <a:pt x="9435" y="3277"/>
                    <a:pt x="9586" y="2763"/>
                  </a:cubicBezTo>
                  <a:lnTo>
                    <a:pt x="12262" y="892"/>
                  </a:lnTo>
                  <a:cubicBezTo>
                    <a:pt x="12342" y="835"/>
                    <a:pt x="12434" y="807"/>
                    <a:pt x="12525" y="807"/>
                  </a:cubicBezTo>
                  <a:close/>
                  <a:moveTo>
                    <a:pt x="12521" y="1"/>
                  </a:moveTo>
                  <a:cubicBezTo>
                    <a:pt x="12269" y="1"/>
                    <a:pt x="12017" y="74"/>
                    <a:pt x="11797" y="227"/>
                  </a:cubicBezTo>
                  <a:lnTo>
                    <a:pt x="9482" y="1852"/>
                  </a:lnTo>
                  <a:cubicBezTo>
                    <a:pt x="9283" y="1479"/>
                    <a:pt x="8874" y="1220"/>
                    <a:pt x="8416" y="1220"/>
                  </a:cubicBezTo>
                  <a:lnTo>
                    <a:pt x="6467" y="1220"/>
                  </a:lnTo>
                  <a:cubicBezTo>
                    <a:pt x="6127" y="1220"/>
                    <a:pt x="5788" y="1114"/>
                    <a:pt x="5496" y="940"/>
                  </a:cubicBezTo>
                  <a:cubicBezTo>
                    <a:pt x="5068" y="684"/>
                    <a:pt x="4587" y="554"/>
                    <a:pt x="4103" y="554"/>
                  </a:cubicBezTo>
                  <a:cubicBezTo>
                    <a:pt x="3702" y="554"/>
                    <a:pt x="3300" y="643"/>
                    <a:pt x="2923" y="822"/>
                  </a:cubicBezTo>
                  <a:lnTo>
                    <a:pt x="2750" y="903"/>
                  </a:lnTo>
                  <a:lnTo>
                    <a:pt x="2750" y="648"/>
                  </a:lnTo>
                  <a:cubicBezTo>
                    <a:pt x="2750" y="427"/>
                    <a:pt x="2573" y="250"/>
                    <a:pt x="2351" y="250"/>
                  </a:cubicBezTo>
                  <a:lnTo>
                    <a:pt x="410" y="250"/>
                  </a:lnTo>
                  <a:cubicBezTo>
                    <a:pt x="177" y="250"/>
                    <a:pt x="0" y="427"/>
                    <a:pt x="0" y="648"/>
                  </a:cubicBezTo>
                  <a:lnTo>
                    <a:pt x="0" y="5499"/>
                  </a:lnTo>
                  <a:cubicBezTo>
                    <a:pt x="0" y="5731"/>
                    <a:pt x="177" y="5908"/>
                    <a:pt x="410" y="5908"/>
                  </a:cubicBezTo>
                  <a:lnTo>
                    <a:pt x="8066" y="5908"/>
                  </a:lnTo>
                  <a:cubicBezTo>
                    <a:pt x="9003" y="5908"/>
                    <a:pt x="9889" y="5546"/>
                    <a:pt x="10579" y="4901"/>
                  </a:cubicBezTo>
                  <a:lnTo>
                    <a:pt x="13410" y="2191"/>
                  </a:lnTo>
                  <a:cubicBezTo>
                    <a:pt x="13864" y="1759"/>
                    <a:pt x="13934" y="1069"/>
                    <a:pt x="13572" y="542"/>
                  </a:cubicBezTo>
                  <a:cubicBezTo>
                    <a:pt x="13320" y="189"/>
                    <a:pt x="12923" y="1"/>
                    <a:pt x="125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sp>
          <p:nvSpPr>
            <p:cNvPr id="859" name="Google Shape;859;p36"/>
            <p:cNvSpPr/>
            <p:nvPr/>
          </p:nvSpPr>
          <p:spPr>
            <a:xfrm>
              <a:off x="7115188" y="1564575"/>
              <a:ext cx="155775" cy="208950"/>
            </a:xfrm>
            <a:custGeom>
              <a:avLst/>
              <a:gdLst/>
              <a:ahLst/>
              <a:cxnLst/>
              <a:rect l="l" t="t" r="r" b="b"/>
              <a:pathLst>
                <a:path w="6231" h="8358" extrusionOk="0">
                  <a:moveTo>
                    <a:pt x="3122" y="805"/>
                  </a:moveTo>
                  <a:cubicBezTo>
                    <a:pt x="4385" y="805"/>
                    <a:pt x="5412" y="1835"/>
                    <a:pt x="5412" y="3097"/>
                  </a:cubicBezTo>
                  <a:cubicBezTo>
                    <a:pt x="5412" y="3787"/>
                    <a:pt x="5109" y="4430"/>
                    <a:pt x="4570" y="4862"/>
                  </a:cubicBezTo>
                  <a:cubicBezTo>
                    <a:pt x="4231" y="5154"/>
                    <a:pt x="4009" y="5530"/>
                    <a:pt x="3928" y="5939"/>
                  </a:cubicBezTo>
                  <a:lnTo>
                    <a:pt x="3518" y="5939"/>
                  </a:lnTo>
                  <a:lnTo>
                    <a:pt x="3518" y="3810"/>
                  </a:lnTo>
                  <a:lnTo>
                    <a:pt x="4208" y="3120"/>
                  </a:lnTo>
                  <a:cubicBezTo>
                    <a:pt x="4348" y="2979"/>
                    <a:pt x="4371" y="2747"/>
                    <a:pt x="4245" y="2584"/>
                  </a:cubicBezTo>
                  <a:cubicBezTo>
                    <a:pt x="4163" y="2478"/>
                    <a:pt x="4045" y="2425"/>
                    <a:pt x="3926" y="2425"/>
                  </a:cubicBezTo>
                  <a:cubicBezTo>
                    <a:pt x="3822" y="2425"/>
                    <a:pt x="3717" y="2466"/>
                    <a:pt x="3636" y="2547"/>
                  </a:cubicBezTo>
                  <a:lnTo>
                    <a:pt x="3122" y="3075"/>
                  </a:lnTo>
                  <a:lnTo>
                    <a:pt x="2595" y="2547"/>
                  </a:lnTo>
                  <a:cubicBezTo>
                    <a:pt x="2514" y="2466"/>
                    <a:pt x="2409" y="2425"/>
                    <a:pt x="2305" y="2425"/>
                  </a:cubicBezTo>
                  <a:cubicBezTo>
                    <a:pt x="2186" y="2425"/>
                    <a:pt x="2068" y="2478"/>
                    <a:pt x="1986" y="2584"/>
                  </a:cubicBezTo>
                  <a:cubicBezTo>
                    <a:pt x="1860" y="2747"/>
                    <a:pt x="1883" y="2979"/>
                    <a:pt x="2034" y="3120"/>
                  </a:cubicBezTo>
                  <a:lnTo>
                    <a:pt x="2713" y="3810"/>
                  </a:lnTo>
                  <a:lnTo>
                    <a:pt x="2713" y="5939"/>
                  </a:lnTo>
                  <a:lnTo>
                    <a:pt x="2315" y="5939"/>
                  </a:lnTo>
                  <a:cubicBezTo>
                    <a:pt x="2233" y="5530"/>
                    <a:pt x="2000" y="5154"/>
                    <a:pt x="1661" y="4862"/>
                  </a:cubicBezTo>
                  <a:cubicBezTo>
                    <a:pt x="1133" y="4430"/>
                    <a:pt x="831" y="3787"/>
                    <a:pt x="831" y="3097"/>
                  </a:cubicBezTo>
                  <a:cubicBezTo>
                    <a:pt x="831" y="1835"/>
                    <a:pt x="1846" y="805"/>
                    <a:pt x="3122" y="805"/>
                  </a:cubicBezTo>
                  <a:close/>
                  <a:moveTo>
                    <a:pt x="3894" y="6744"/>
                  </a:moveTo>
                  <a:lnTo>
                    <a:pt x="3894" y="7412"/>
                  </a:lnTo>
                  <a:cubicBezTo>
                    <a:pt x="3894" y="7493"/>
                    <a:pt x="3835" y="7552"/>
                    <a:pt x="3765" y="7552"/>
                  </a:cubicBezTo>
                  <a:lnTo>
                    <a:pt x="2466" y="7552"/>
                  </a:lnTo>
                  <a:cubicBezTo>
                    <a:pt x="2396" y="7552"/>
                    <a:pt x="2337" y="7493"/>
                    <a:pt x="2337" y="7412"/>
                  </a:cubicBezTo>
                  <a:lnTo>
                    <a:pt x="2337" y="6744"/>
                  </a:lnTo>
                  <a:close/>
                  <a:moveTo>
                    <a:pt x="3122" y="0"/>
                  </a:moveTo>
                  <a:cubicBezTo>
                    <a:pt x="1403" y="0"/>
                    <a:pt x="0" y="1392"/>
                    <a:pt x="0" y="3097"/>
                  </a:cubicBezTo>
                  <a:cubicBezTo>
                    <a:pt x="0" y="4031"/>
                    <a:pt x="421" y="4898"/>
                    <a:pt x="1133" y="5493"/>
                  </a:cubicBezTo>
                  <a:cubicBezTo>
                    <a:pt x="1380" y="5692"/>
                    <a:pt x="1532" y="5973"/>
                    <a:pt x="1532" y="6264"/>
                  </a:cubicBezTo>
                  <a:lnTo>
                    <a:pt x="1532" y="7412"/>
                  </a:lnTo>
                  <a:cubicBezTo>
                    <a:pt x="1532" y="7936"/>
                    <a:pt x="1953" y="8357"/>
                    <a:pt x="2466" y="8357"/>
                  </a:cubicBezTo>
                  <a:lnTo>
                    <a:pt x="3765" y="8357"/>
                  </a:lnTo>
                  <a:cubicBezTo>
                    <a:pt x="4289" y="8357"/>
                    <a:pt x="4710" y="7936"/>
                    <a:pt x="4710" y="7412"/>
                  </a:cubicBezTo>
                  <a:lnTo>
                    <a:pt x="4710" y="6264"/>
                  </a:lnTo>
                  <a:cubicBezTo>
                    <a:pt x="4710" y="5973"/>
                    <a:pt x="4851" y="5692"/>
                    <a:pt x="5097" y="5493"/>
                  </a:cubicBezTo>
                  <a:cubicBezTo>
                    <a:pt x="5821" y="4898"/>
                    <a:pt x="6231" y="4031"/>
                    <a:pt x="6231" y="3097"/>
                  </a:cubicBezTo>
                  <a:cubicBezTo>
                    <a:pt x="6231" y="1392"/>
                    <a:pt x="4828" y="0"/>
                    <a:pt x="3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sp>
          <p:nvSpPr>
            <p:cNvPr id="860" name="Google Shape;860;p36"/>
            <p:cNvSpPr/>
            <p:nvPr/>
          </p:nvSpPr>
          <p:spPr>
            <a:xfrm>
              <a:off x="7291063" y="1632025"/>
              <a:ext cx="40350" cy="20225"/>
            </a:xfrm>
            <a:custGeom>
              <a:avLst/>
              <a:gdLst/>
              <a:ahLst/>
              <a:cxnLst/>
              <a:rect l="l" t="t" r="r" b="b"/>
              <a:pathLst>
                <a:path w="1614" h="809" extrusionOk="0">
                  <a:moveTo>
                    <a:pt x="410" y="1"/>
                  </a:moveTo>
                  <a:cubicBezTo>
                    <a:pt x="178" y="1"/>
                    <a:pt x="1" y="178"/>
                    <a:pt x="1" y="399"/>
                  </a:cubicBezTo>
                  <a:cubicBezTo>
                    <a:pt x="1" y="621"/>
                    <a:pt x="178" y="809"/>
                    <a:pt x="410" y="809"/>
                  </a:cubicBezTo>
                  <a:lnTo>
                    <a:pt x="1218" y="809"/>
                  </a:lnTo>
                  <a:cubicBezTo>
                    <a:pt x="1440" y="809"/>
                    <a:pt x="1614" y="621"/>
                    <a:pt x="1614" y="399"/>
                  </a:cubicBezTo>
                  <a:cubicBezTo>
                    <a:pt x="1614" y="178"/>
                    <a:pt x="1440" y="1"/>
                    <a:pt x="1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1" name="Google Shape;861;p36"/>
            <p:cNvSpPr/>
            <p:nvPr/>
          </p:nvSpPr>
          <p:spPr>
            <a:xfrm>
              <a:off x="7282938" y="1578050"/>
              <a:ext cx="40625" cy="30350"/>
            </a:xfrm>
            <a:custGeom>
              <a:avLst/>
              <a:gdLst/>
              <a:ahLst/>
              <a:cxnLst/>
              <a:rect l="l" t="t" r="r" b="b"/>
              <a:pathLst>
                <a:path w="1625" h="1214" extrusionOk="0">
                  <a:moveTo>
                    <a:pt x="1161" y="1"/>
                  </a:moveTo>
                  <a:cubicBezTo>
                    <a:pt x="1092" y="1"/>
                    <a:pt x="1022" y="18"/>
                    <a:pt x="957" y="56"/>
                  </a:cubicBezTo>
                  <a:lnTo>
                    <a:pt x="256" y="454"/>
                  </a:lnTo>
                  <a:cubicBezTo>
                    <a:pt x="71" y="572"/>
                    <a:pt x="0" y="816"/>
                    <a:pt x="115" y="1015"/>
                  </a:cubicBezTo>
                  <a:cubicBezTo>
                    <a:pt x="186" y="1141"/>
                    <a:pt x="318" y="1213"/>
                    <a:pt x="457" y="1213"/>
                  </a:cubicBezTo>
                  <a:cubicBezTo>
                    <a:pt x="527" y="1213"/>
                    <a:pt x="599" y="1195"/>
                    <a:pt x="665" y="1156"/>
                  </a:cubicBezTo>
                  <a:lnTo>
                    <a:pt x="1367" y="757"/>
                  </a:lnTo>
                  <a:cubicBezTo>
                    <a:pt x="1555" y="642"/>
                    <a:pt x="1625" y="395"/>
                    <a:pt x="1507" y="210"/>
                  </a:cubicBezTo>
                  <a:cubicBezTo>
                    <a:pt x="1437" y="76"/>
                    <a:pt x="1302" y="1"/>
                    <a:pt x="11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2" name="Google Shape;862;p36"/>
            <p:cNvSpPr/>
            <p:nvPr/>
          </p:nvSpPr>
          <p:spPr>
            <a:xfrm>
              <a:off x="7282938" y="1675775"/>
              <a:ext cx="40625" cy="30350"/>
            </a:xfrm>
            <a:custGeom>
              <a:avLst/>
              <a:gdLst/>
              <a:ahLst/>
              <a:cxnLst/>
              <a:rect l="l" t="t" r="r" b="b"/>
              <a:pathLst>
                <a:path w="1625" h="1214" extrusionOk="0">
                  <a:moveTo>
                    <a:pt x="460" y="1"/>
                  </a:moveTo>
                  <a:cubicBezTo>
                    <a:pt x="320" y="1"/>
                    <a:pt x="187" y="70"/>
                    <a:pt x="115" y="203"/>
                  </a:cubicBezTo>
                  <a:cubicBezTo>
                    <a:pt x="0" y="403"/>
                    <a:pt x="71" y="649"/>
                    <a:pt x="256" y="753"/>
                  </a:cubicBezTo>
                  <a:lnTo>
                    <a:pt x="957" y="1163"/>
                  </a:lnTo>
                  <a:cubicBezTo>
                    <a:pt x="1023" y="1197"/>
                    <a:pt x="1094" y="1214"/>
                    <a:pt x="1163" y="1214"/>
                  </a:cubicBezTo>
                  <a:cubicBezTo>
                    <a:pt x="1304" y="1214"/>
                    <a:pt x="1437" y="1145"/>
                    <a:pt x="1507" y="1011"/>
                  </a:cubicBezTo>
                  <a:cubicBezTo>
                    <a:pt x="1625" y="823"/>
                    <a:pt x="1555" y="565"/>
                    <a:pt x="1367" y="462"/>
                  </a:cubicBezTo>
                  <a:lnTo>
                    <a:pt x="665" y="52"/>
                  </a:lnTo>
                  <a:cubicBezTo>
                    <a:pt x="600" y="18"/>
                    <a:pt x="529"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3" name="Google Shape;863;p36"/>
            <p:cNvSpPr/>
            <p:nvPr/>
          </p:nvSpPr>
          <p:spPr>
            <a:xfrm>
              <a:off x="7055288" y="1632025"/>
              <a:ext cx="40350" cy="20225"/>
            </a:xfrm>
            <a:custGeom>
              <a:avLst/>
              <a:gdLst/>
              <a:ahLst/>
              <a:cxnLst/>
              <a:rect l="l" t="t" r="r" b="b"/>
              <a:pathLst>
                <a:path w="1614" h="809" extrusionOk="0">
                  <a:moveTo>
                    <a:pt x="399" y="1"/>
                  </a:moveTo>
                  <a:cubicBezTo>
                    <a:pt x="174" y="1"/>
                    <a:pt x="0" y="178"/>
                    <a:pt x="0" y="399"/>
                  </a:cubicBezTo>
                  <a:cubicBezTo>
                    <a:pt x="0" y="621"/>
                    <a:pt x="174" y="809"/>
                    <a:pt x="399" y="809"/>
                  </a:cubicBezTo>
                  <a:lnTo>
                    <a:pt x="1204" y="809"/>
                  </a:lnTo>
                  <a:cubicBezTo>
                    <a:pt x="1437" y="809"/>
                    <a:pt x="1613" y="621"/>
                    <a:pt x="1613" y="399"/>
                  </a:cubicBezTo>
                  <a:cubicBezTo>
                    <a:pt x="1613" y="178"/>
                    <a:pt x="1437" y="1"/>
                    <a:pt x="1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4" name="Google Shape;864;p36"/>
            <p:cNvSpPr/>
            <p:nvPr/>
          </p:nvSpPr>
          <p:spPr>
            <a:xfrm>
              <a:off x="7063138" y="1578050"/>
              <a:ext cx="40700" cy="30350"/>
            </a:xfrm>
            <a:custGeom>
              <a:avLst/>
              <a:gdLst/>
              <a:ahLst/>
              <a:cxnLst/>
              <a:rect l="l" t="t" r="r" b="b"/>
              <a:pathLst>
                <a:path w="1628" h="1214" extrusionOk="0">
                  <a:moveTo>
                    <a:pt x="465" y="1"/>
                  </a:moveTo>
                  <a:cubicBezTo>
                    <a:pt x="324" y="1"/>
                    <a:pt x="190" y="76"/>
                    <a:pt x="118" y="210"/>
                  </a:cubicBezTo>
                  <a:cubicBezTo>
                    <a:pt x="1" y="395"/>
                    <a:pt x="71" y="642"/>
                    <a:pt x="259" y="757"/>
                  </a:cubicBezTo>
                  <a:lnTo>
                    <a:pt x="960" y="1156"/>
                  </a:lnTo>
                  <a:cubicBezTo>
                    <a:pt x="1027" y="1195"/>
                    <a:pt x="1098" y="1213"/>
                    <a:pt x="1168" y="1213"/>
                  </a:cubicBezTo>
                  <a:cubicBezTo>
                    <a:pt x="1307" y="1213"/>
                    <a:pt x="1439" y="1141"/>
                    <a:pt x="1510" y="1015"/>
                  </a:cubicBezTo>
                  <a:cubicBezTo>
                    <a:pt x="1628" y="816"/>
                    <a:pt x="1558" y="572"/>
                    <a:pt x="1370" y="454"/>
                  </a:cubicBezTo>
                  <a:lnTo>
                    <a:pt x="668" y="56"/>
                  </a:lnTo>
                  <a:cubicBezTo>
                    <a:pt x="603" y="18"/>
                    <a:pt x="533" y="1"/>
                    <a:pt x="4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5" name="Google Shape;865;p36"/>
            <p:cNvSpPr/>
            <p:nvPr/>
          </p:nvSpPr>
          <p:spPr>
            <a:xfrm>
              <a:off x="7063138" y="1675775"/>
              <a:ext cx="40700" cy="30350"/>
            </a:xfrm>
            <a:custGeom>
              <a:avLst/>
              <a:gdLst/>
              <a:ahLst/>
              <a:cxnLst/>
              <a:rect l="l" t="t" r="r" b="b"/>
              <a:pathLst>
                <a:path w="1628" h="1214" extrusionOk="0">
                  <a:moveTo>
                    <a:pt x="1165" y="1"/>
                  </a:moveTo>
                  <a:cubicBezTo>
                    <a:pt x="1096" y="1"/>
                    <a:pt x="1026" y="18"/>
                    <a:pt x="960" y="52"/>
                  </a:cubicBezTo>
                  <a:lnTo>
                    <a:pt x="259" y="462"/>
                  </a:lnTo>
                  <a:cubicBezTo>
                    <a:pt x="71" y="565"/>
                    <a:pt x="1" y="823"/>
                    <a:pt x="118" y="1011"/>
                  </a:cubicBezTo>
                  <a:cubicBezTo>
                    <a:pt x="190" y="1145"/>
                    <a:pt x="323" y="1214"/>
                    <a:pt x="463" y="1214"/>
                  </a:cubicBezTo>
                  <a:cubicBezTo>
                    <a:pt x="532" y="1214"/>
                    <a:pt x="602" y="1197"/>
                    <a:pt x="668" y="1163"/>
                  </a:cubicBezTo>
                  <a:lnTo>
                    <a:pt x="1370" y="753"/>
                  </a:lnTo>
                  <a:cubicBezTo>
                    <a:pt x="1558" y="649"/>
                    <a:pt x="1628" y="403"/>
                    <a:pt x="1510" y="203"/>
                  </a:cubicBezTo>
                  <a:cubicBezTo>
                    <a:pt x="1438" y="70"/>
                    <a:pt x="1305"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grpSp>
      <p:sp>
        <p:nvSpPr>
          <p:cNvPr id="866" name="Google Shape;866;p36"/>
          <p:cNvSpPr/>
          <p:nvPr/>
        </p:nvSpPr>
        <p:spPr>
          <a:xfrm>
            <a:off x="4309845" y="1138389"/>
            <a:ext cx="345150" cy="345150"/>
          </a:xfrm>
          <a:custGeom>
            <a:avLst/>
            <a:gdLst/>
            <a:ahLst/>
            <a:cxnLst/>
            <a:rect l="l" t="t" r="r" b="b"/>
            <a:pathLst>
              <a:path w="13806" h="13806" extrusionOk="0">
                <a:moveTo>
                  <a:pt x="2023" y="808"/>
                </a:moveTo>
                <a:cubicBezTo>
                  <a:pt x="2688" y="808"/>
                  <a:pt x="3238" y="1358"/>
                  <a:pt x="3238" y="2023"/>
                </a:cubicBezTo>
                <a:cubicBezTo>
                  <a:pt x="3238" y="2691"/>
                  <a:pt x="2688" y="3238"/>
                  <a:pt x="2023" y="3238"/>
                </a:cubicBezTo>
                <a:cubicBezTo>
                  <a:pt x="1355" y="3238"/>
                  <a:pt x="808" y="2691"/>
                  <a:pt x="808" y="2023"/>
                </a:cubicBezTo>
                <a:cubicBezTo>
                  <a:pt x="808" y="1358"/>
                  <a:pt x="1355" y="808"/>
                  <a:pt x="2023" y="808"/>
                </a:cubicBezTo>
                <a:close/>
                <a:moveTo>
                  <a:pt x="11783" y="808"/>
                </a:moveTo>
                <a:cubicBezTo>
                  <a:pt x="12450" y="808"/>
                  <a:pt x="12997" y="1358"/>
                  <a:pt x="12997" y="2023"/>
                </a:cubicBezTo>
                <a:cubicBezTo>
                  <a:pt x="12997" y="2691"/>
                  <a:pt x="12450" y="3238"/>
                  <a:pt x="11783" y="3238"/>
                </a:cubicBezTo>
                <a:cubicBezTo>
                  <a:pt x="11118" y="3238"/>
                  <a:pt x="10568" y="2691"/>
                  <a:pt x="10568" y="2023"/>
                </a:cubicBezTo>
                <a:cubicBezTo>
                  <a:pt x="10568" y="1358"/>
                  <a:pt x="11118" y="808"/>
                  <a:pt x="11783" y="808"/>
                </a:cubicBezTo>
                <a:close/>
                <a:moveTo>
                  <a:pt x="6896" y="5681"/>
                </a:moveTo>
                <a:cubicBezTo>
                  <a:pt x="7353" y="5681"/>
                  <a:pt x="7715" y="6043"/>
                  <a:pt x="7715" y="6500"/>
                </a:cubicBezTo>
                <a:cubicBezTo>
                  <a:pt x="7715" y="6944"/>
                  <a:pt x="7353" y="7305"/>
                  <a:pt x="6896" y="7305"/>
                </a:cubicBezTo>
                <a:cubicBezTo>
                  <a:pt x="6452" y="7305"/>
                  <a:pt x="6091" y="6944"/>
                  <a:pt x="6091" y="6500"/>
                </a:cubicBezTo>
                <a:cubicBezTo>
                  <a:pt x="6091" y="6043"/>
                  <a:pt x="6452" y="5681"/>
                  <a:pt x="6896" y="5681"/>
                </a:cubicBezTo>
                <a:close/>
                <a:moveTo>
                  <a:pt x="6896" y="4068"/>
                </a:moveTo>
                <a:cubicBezTo>
                  <a:pt x="8464" y="4068"/>
                  <a:pt x="9737" y="5342"/>
                  <a:pt x="9737" y="6899"/>
                </a:cubicBezTo>
                <a:cubicBezTo>
                  <a:pt x="9737" y="7471"/>
                  <a:pt x="9561" y="8007"/>
                  <a:pt x="9269" y="8453"/>
                </a:cubicBezTo>
                <a:cubicBezTo>
                  <a:pt x="9059" y="7996"/>
                  <a:pt x="8674" y="7634"/>
                  <a:pt x="8206" y="7446"/>
                </a:cubicBezTo>
                <a:cubicBezTo>
                  <a:pt x="8405" y="7179"/>
                  <a:pt x="8523" y="6851"/>
                  <a:pt x="8523" y="6500"/>
                </a:cubicBezTo>
                <a:cubicBezTo>
                  <a:pt x="8523" y="5600"/>
                  <a:pt x="7796" y="4876"/>
                  <a:pt x="6896" y="4876"/>
                </a:cubicBezTo>
                <a:cubicBezTo>
                  <a:pt x="6009" y="4876"/>
                  <a:pt x="5283" y="5600"/>
                  <a:pt x="5283" y="6500"/>
                </a:cubicBezTo>
                <a:cubicBezTo>
                  <a:pt x="5283" y="6851"/>
                  <a:pt x="5400" y="7179"/>
                  <a:pt x="5600" y="7446"/>
                </a:cubicBezTo>
                <a:cubicBezTo>
                  <a:pt x="5131" y="7634"/>
                  <a:pt x="4747" y="7996"/>
                  <a:pt x="4536" y="8453"/>
                </a:cubicBezTo>
                <a:cubicBezTo>
                  <a:pt x="4245" y="8007"/>
                  <a:pt x="4068" y="7471"/>
                  <a:pt x="4068" y="6899"/>
                </a:cubicBezTo>
                <a:cubicBezTo>
                  <a:pt x="4068" y="5342"/>
                  <a:pt x="5342" y="4068"/>
                  <a:pt x="6896" y="4068"/>
                </a:cubicBezTo>
                <a:close/>
                <a:moveTo>
                  <a:pt x="7457" y="8113"/>
                </a:moveTo>
                <a:cubicBezTo>
                  <a:pt x="8054" y="8113"/>
                  <a:pt x="8556" y="8557"/>
                  <a:pt x="8638" y="9129"/>
                </a:cubicBezTo>
                <a:cubicBezTo>
                  <a:pt x="8158" y="9505"/>
                  <a:pt x="7552" y="9726"/>
                  <a:pt x="6896" y="9726"/>
                </a:cubicBezTo>
                <a:cubicBezTo>
                  <a:pt x="6242" y="9726"/>
                  <a:pt x="5647" y="9505"/>
                  <a:pt x="5168" y="9129"/>
                </a:cubicBezTo>
                <a:cubicBezTo>
                  <a:pt x="5249" y="8557"/>
                  <a:pt x="5740" y="8113"/>
                  <a:pt x="6349" y="8113"/>
                </a:cubicBezTo>
                <a:close/>
                <a:moveTo>
                  <a:pt x="2023" y="10568"/>
                </a:moveTo>
                <a:cubicBezTo>
                  <a:pt x="2688" y="10568"/>
                  <a:pt x="3238" y="11107"/>
                  <a:pt x="3238" y="11783"/>
                </a:cubicBezTo>
                <a:cubicBezTo>
                  <a:pt x="3238" y="12450"/>
                  <a:pt x="2688" y="13000"/>
                  <a:pt x="2023" y="13000"/>
                </a:cubicBezTo>
                <a:cubicBezTo>
                  <a:pt x="1355" y="13000"/>
                  <a:pt x="808" y="12450"/>
                  <a:pt x="808" y="11783"/>
                </a:cubicBezTo>
                <a:cubicBezTo>
                  <a:pt x="808" y="11107"/>
                  <a:pt x="1355" y="10568"/>
                  <a:pt x="2023" y="10568"/>
                </a:cubicBezTo>
                <a:close/>
                <a:moveTo>
                  <a:pt x="11783" y="10568"/>
                </a:moveTo>
                <a:cubicBezTo>
                  <a:pt x="12450" y="10568"/>
                  <a:pt x="12997" y="11107"/>
                  <a:pt x="12997" y="11783"/>
                </a:cubicBezTo>
                <a:cubicBezTo>
                  <a:pt x="12997" y="12450"/>
                  <a:pt x="12450" y="13000"/>
                  <a:pt x="11783" y="13000"/>
                </a:cubicBezTo>
                <a:cubicBezTo>
                  <a:pt x="11118" y="13000"/>
                  <a:pt x="10568" y="12450"/>
                  <a:pt x="10568" y="11783"/>
                </a:cubicBezTo>
                <a:cubicBezTo>
                  <a:pt x="10568" y="11107"/>
                  <a:pt x="11118" y="10568"/>
                  <a:pt x="11783" y="10568"/>
                </a:cubicBezTo>
                <a:close/>
                <a:moveTo>
                  <a:pt x="2023" y="0"/>
                </a:moveTo>
                <a:cubicBezTo>
                  <a:pt x="912" y="0"/>
                  <a:pt x="0" y="901"/>
                  <a:pt x="0" y="2023"/>
                </a:cubicBezTo>
                <a:cubicBezTo>
                  <a:pt x="0" y="3134"/>
                  <a:pt x="912" y="4046"/>
                  <a:pt x="2023" y="4046"/>
                </a:cubicBezTo>
                <a:cubicBezTo>
                  <a:pt x="2432" y="4046"/>
                  <a:pt x="2817" y="3917"/>
                  <a:pt x="3134" y="3706"/>
                </a:cubicBezTo>
                <a:lnTo>
                  <a:pt x="4057" y="4629"/>
                </a:lnTo>
                <a:cubicBezTo>
                  <a:pt x="3566" y="5249"/>
                  <a:pt x="3263" y="6043"/>
                  <a:pt x="3263" y="6899"/>
                </a:cubicBezTo>
                <a:cubicBezTo>
                  <a:pt x="3263" y="7763"/>
                  <a:pt x="3566" y="8545"/>
                  <a:pt x="4057" y="9165"/>
                </a:cubicBezTo>
                <a:lnTo>
                  <a:pt x="3134" y="10088"/>
                </a:lnTo>
                <a:cubicBezTo>
                  <a:pt x="2817" y="9878"/>
                  <a:pt x="2432" y="9760"/>
                  <a:pt x="2023" y="9760"/>
                </a:cubicBezTo>
                <a:cubicBezTo>
                  <a:pt x="912" y="9760"/>
                  <a:pt x="0" y="10661"/>
                  <a:pt x="0" y="11783"/>
                </a:cubicBezTo>
                <a:cubicBezTo>
                  <a:pt x="0" y="12894"/>
                  <a:pt x="912" y="13805"/>
                  <a:pt x="2023" y="13805"/>
                </a:cubicBezTo>
                <a:cubicBezTo>
                  <a:pt x="3134" y="13805"/>
                  <a:pt x="4045" y="12894"/>
                  <a:pt x="4045" y="11783"/>
                </a:cubicBezTo>
                <a:cubicBezTo>
                  <a:pt x="4045" y="11373"/>
                  <a:pt x="3916" y="10989"/>
                  <a:pt x="3706" y="10661"/>
                </a:cubicBezTo>
                <a:lnTo>
                  <a:pt x="4629" y="9738"/>
                </a:lnTo>
                <a:cubicBezTo>
                  <a:pt x="5249" y="10240"/>
                  <a:pt x="6043" y="10546"/>
                  <a:pt x="6896" y="10546"/>
                </a:cubicBezTo>
                <a:cubicBezTo>
                  <a:pt x="7763" y="10546"/>
                  <a:pt x="8545" y="10240"/>
                  <a:pt x="9176" y="9738"/>
                </a:cubicBezTo>
                <a:lnTo>
                  <a:pt x="10099" y="10661"/>
                </a:lnTo>
                <a:cubicBezTo>
                  <a:pt x="9878" y="10989"/>
                  <a:pt x="9760" y="11373"/>
                  <a:pt x="9760" y="11783"/>
                </a:cubicBezTo>
                <a:cubicBezTo>
                  <a:pt x="9760" y="12894"/>
                  <a:pt x="10660" y="13805"/>
                  <a:pt x="11783" y="13805"/>
                </a:cubicBezTo>
                <a:cubicBezTo>
                  <a:pt x="12893" y="13805"/>
                  <a:pt x="13805" y="12894"/>
                  <a:pt x="13805" y="11783"/>
                </a:cubicBezTo>
                <a:cubicBezTo>
                  <a:pt x="13805" y="10661"/>
                  <a:pt x="12893" y="9760"/>
                  <a:pt x="11783" y="9760"/>
                </a:cubicBezTo>
                <a:cubicBezTo>
                  <a:pt x="11373" y="9760"/>
                  <a:pt x="10989" y="9878"/>
                  <a:pt x="10672" y="10088"/>
                </a:cubicBezTo>
                <a:lnTo>
                  <a:pt x="9749" y="9165"/>
                </a:lnTo>
                <a:cubicBezTo>
                  <a:pt x="10240" y="8545"/>
                  <a:pt x="10543" y="7763"/>
                  <a:pt x="10543" y="6899"/>
                </a:cubicBezTo>
                <a:cubicBezTo>
                  <a:pt x="10543" y="6043"/>
                  <a:pt x="10240" y="5249"/>
                  <a:pt x="9749" y="4629"/>
                </a:cubicBezTo>
                <a:lnTo>
                  <a:pt x="10672" y="3706"/>
                </a:lnTo>
                <a:cubicBezTo>
                  <a:pt x="10989" y="3917"/>
                  <a:pt x="11373" y="4046"/>
                  <a:pt x="11783" y="4046"/>
                </a:cubicBezTo>
                <a:cubicBezTo>
                  <a:pt x="12893" y="4046"/>
                  <a:pt x="13805" y="3134"/>
                  <a:pt x="13805" y="2023"/>
                </a:cubicBezTo>
                <a:cubicBezTo>
                  <a:pt x="13805" y="901"/>
                  <a:pt x="12893" y="0"/>
                  <a:pt x="11783" y="0"/>
                </a:cubicBezTo>
                <a:cubicBezTo>
                  <a:pt x="10660" y="0"/>
                  <a:pt x="9760" y="901"/>
                  <a:pt x="9760" y="2023"/>
                </a:cubicBezTo>
                <a:cubicBezTo>
                  <a:pt x="9760" y="2433"/>
                  <a:pt x="9878" y="2817"/>
                  <a:pt x="10099" y="3134"/>
                </a:cubicBezTo>
                <a:lnTo>
                  <a:pt x="9176" y="4057"/>
                </a:lnTo>
                <a:cubicBezTo>
                  <a:pt x="8545" y="3555"/>
                  <a:pt x="7763" y="3263"/>
                  <a:pt x="6896" y="3263"/>
                </a:cubicBezTo>
                <a:cubicBezTo>
                  <a:pt x="6043" y="3263"/>
                  <a:pt x="5249" y="3555"/>
                  <a:pt x="4629" y="4057"/>
                </a:cubicBezTo>
                <a:lnTo>
                  <a:pt x="3706" y="3134"/>
                </a:lnTo>
                <a:cubicBezTo>
                  <a:pt x="3916" y="2817"/>
                  <a:pt x="4045" y="2433"/>
                  <a:pt x="4045" y="2023"/>
                </a:cubicBezTo>
                <a:cubicBezTo>
                  <a:pt x="4045" y="901"/>
                  <a:pt x="3134" y="0"/>
                  <a:pt x="20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extLst>
      <p:ext uri="{BB962C8B-B14F-4D97-AF65-F5344CB8AC3E}">
        <p14:creationId xmlns:p14="http://schemas.microsoft.com/office/powerpoint/2010/main" val="3496058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41"/>
          <p:cNvSpPr txBox="1">
            <a:spLocks noGrp="1"/>
          </p:cNvSpPr>
          <p:nvPr>
            <p:ph type="title"/>
          </p:nvPr>
        </p:nvSpPr>
        <p:spPr>
          <a:xfrm>
            <a:off x="720000" y="117113"/>
            <a:ext cx="77040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2600" b="0" dirty="0">
                <a:latin typeface="Raleway Black"/>
                <a:ea typeface="Raleway Black"/>
                <a:cs typeface="Raleway Black"/>
                <a:sym typeface="Raleway Black"/>
              </a:rPr>
              <a:t>PRODUCT OVERVIEW</a:t>
            </a:r>
            <a:endParaRPr sz="2600" b="0" dirty="0">
              <a:latin typeface="Raleway Black"/>
              <a:ea typeface="Raleway Black"/>
              <a:cs typeface="Raleway Black"/>
              <a:sym typeface="Raleway Black"/>
            </a:endParaRPr>
          </a:p>
        </p:txBody>
      </p:sp>
      <p:sp>
        <p:nvSpPr>
          <p:cNvPr id="962" name="Google Shape;962;p41"/>
          <p:cNvSpPr txBox="1"/>
          <p:nvPr/>
        </p:nvSpPr>
        <p:spPr>
          <a:xfrm>
            <a:off x="139528" y="3378859"/>
            <a:ext cx="2743199" cy="4197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None/>
            </a:pPr>
            <a:r>
              <a:rPr lang="en" sz="1600" dirty="0">
                <a:solidFill>
                  <a:schemeClr val="dk1"/>
                </a:solidFill>
                <a:latin typeface="Raleway Black"/>
                <a:ea typeface="Raleway Black"/>
                <a:cs typeface="Raleway Black"/>
                <a:sym typeface="Raleway Black"/>
              </a:rPr>
              <a:t>MOBILE APPLICATION</a:t>
            </a:r>
            <a:endParaRPr sz="1600" dirty="0">
              <a:solidFill>
                <a:schemeClr val="dk1"/>
              </a:solidFill>
              <a:latin typeface="Raleway Black"/>
              <a:ea typeface="Raleway Black"/>
              <a:cs typeface="Raleway Black"/>
              <a:sym typeface="Raleway Black"/>
            </a:endParaRPr>
          </a:p>
        </p:txBody>
      </p:sp>
      <p:sp>
        <p:nvSpPr>
          <p:cNvPr id="968" name="Google Shape;968;p41"/>
          <p:cNvSpPr txBox="1"/>
          <p:nvPr/>
        </p:nvSpPr>
        <p:spPr>
          <a:xfrm>
            <a:off x="374846" y="3685127"/>
            <a:ext cx="2863807" cy="948665"/>
          </a:xfrm>
          <a:prstGeom prst="rect">
            <a:avLst/>
          </a:prstGeom>
          <a:noFill/>
          <a:ln>
            <a:noFill/>
          </a:ln>
        </p:spPr>
        <p:txBody>
          <a:bodyPr spcFirstLastPara="1" wrap="square" lIns="91425" tIns="91425" rIns="91425" bIns="91425" anchor="t" anchorCtr="0">
            <a:noAutofit/>
          </a:bodyPr>
          <a:lstStyle/>
          <a:p>
            <a:pPr marL="0" marR="0" lvl="0" indent="0" algn="l" defTabSz="914400" rtl="0" eaLnBrk="0" fontAlgn="base" latinLnBrk="0" hangingPunct="0">
              <a:lnSpc>
                <a:spcPct val="100000"/>
              </a:lnSpc>
              <a:spcBef>
                <a:spcPct val="0"/>
              </a:spcBef>
              <a:spcAft>
                <a:spcPct val="0"/>
              </a:spcAft>
              <a:buClrTx/>
              <a:buSzTx/>
              <a:tabLst/>
            </a:pPr>
            <a:r>
              <a:rPr lang="en-GB" sz="1050" dirty="0">
                <a:solidFill>
                  <a:schemeClr val="tx1"/>
                </a:solidFill>
              </a:rPr>
              <a:t>The </a:t>
            </a:r>
            <a:r>
              <a:rPr lang="en-GB" sz="1050" b="1" dirty="0">
                <a:solidFill>
                  <a:schemeClr val="tx1"/>
                </a:solidFill>
              </a:rPr>
              <a:t>central processing hub</a:t>
            </a:r>
            <a:r>
              <a:rPr lang="en-GB" sz="1050" dirty="0">
                <a:solidFill>
                  <a:schemeClr val="tx1"/>
                </a:solidFill>
              </a:rPr>
              <a:t> of the system-</a:t>
            </a:r>
            <a:r>
              <a:rPr lang="en-US" sz="1050" dirty="0">
                <a:solidFill>
                  <a:schemeClr val="tx1"/>
                </a:solidFill>
                <a:latin typeface="Arial" panose="020B0604020202020204" pitchFamily="34" charset="0"/>
              </a:rPr>
              <a:t>r</a:t>
            </a:r>
            <a:r>
              <a:rPr kumimoji="0" lang="en-US" altLang="en-US" sz="1050" b="0" i="0" u="none" strike="noStrike" cap="none" normalizeH="0" baseline="0" dirty="0">
                <a:ln>
                  <a:noFill/>
                </a:ln>
                <a:solidFill>
                  <a:schemeClr val="tx1"/>
                </a:solidFill>
                <a:effectLst/>
                <a:latin typeface="Arial" panose="020B0604020202020204" pitchFamily="34" charset="0"/>
              </a:rPr>
              <a:t>eceives visual data</a:t>
            </a:r>
            <a:r>
              <a:rPr lang="en-US" altLang="en-US" sz="1050" dirty="0">
                <a:solidFill>
                  <a:schemeClr val="tx1"/>
                </a:solidFill>
                <a:latin typeface="Arial" panose="020B0604020202020204" pitchFamily="34" charset="0"/>
              </a:rPr>
              <a:t> and p</a:t>
            </a:r>
            <a:r>
              <a:rPr kumimoji="0" lang="en-US" altLang="en-US" sz="1050" b="0" i="0" u="none" strike="noStrike" cap="none" normalizeH="0" baseline="0" dirty="0">
                <a:ln>
                  <a:noFill/>
                </a:ln>
                <a:solidFill>
                  <a:schemeClr val="tx1"/>
                </a:solidFill>
                <a:effectLst/>
                <a:latin typeface="Arial" panose="020B0604020202020204" pitchFamily="34" charset="0"/>
              </a:rPr>
              <a:t>rocesses commands through </a:t>
            </a:r>
            <a:r>
              <a:rPr kumimoji="0" lang="en-US" altLang="en-US" sz="1050" b="1" i="0" u="none" strike="noStrike" cap="none" normalizeH="0" baseline="0" dirty="0">
                <a:ln>
                  <a:noFill/>
                </a:ln>
                <a:solidFill>
                  <a:schemeClr val="tx1"/>
                </a:solidFill>
                <a:effectLst/>
                <a:latin typeface="Arial" panose="020B0604020202020204" pitchFamily="34" charset="0"/>
              </a:rPr>
              <a:t>voice input</a:t>
            </a:r>
            <a:r>
              <a:rPr kumimoji="0" lang="en-US" altLang="en-US" sz="1050" b="0" i="0" u="none" strike="noStrike" cap="none" normalizeH="0" baseline="0" dirty="0">
                <a:ln>
                  <a:noFill/>
                </a:ln>
                <a:solidFill>
                  <a:schemeClr val="tx1"/>
                </a:solidFill>
                <a:effectLst/>
                <a:latin typeface="Arial" panose="020B0604020202020204" pitchFamily="34" charset="0"/>
              </a:rPr>
              <a:t> and delivers results through </a:t>
            </a:r>
            <a:r>
              <a:rPr kumimoji="0" lang="en-US" altLang="en-US" sz="1050" b="1" i="0" u="none" strike="noStrike" cap="none" normalizeH="0" baseline="0" dirty="0">
                <a:ln>
                  <a:noFill/>
                </a:ln>
                <a:solidFill>
                  <a:schemeClr val="tx1"/>
                </a:solidFill>
                <a:effectLst/>
                <a:latin typeface="Arial" panose="020B0604020202020204" pitchFamily="34" charset="0"/>
              </a:rPr>
              <a:t>real-time audio feedback</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lvl="0" indent="0" algn="ctr" rtl="0">
              <a:spcBef>
                <a:spcPts val="0"/>
              </a:spcBef>
              <a:spcAft>
                <a:spcPts val="0"/>
              </a:spcAft>
              <a:buNone/>
            </a:pPr>
            <a:endParaRPr sz="900" dirty="0">
              <a:solidFill>
                <a:schemeClr val="tx1"/>
              </a:solidFill>
              <a:latin typeface="Hanken Grotesk"/>
              <a:ea typeface="Hanken Grotesk"/>
              <a:cs typeface="Hanken Grotesk"/>
              <a:sym typeface="Hanken Grotesk"/>
            </a:endParaRPr>
          </a:p>
        </p:txBody>
      </p:sp>
      <p:sp>
        <p:nvSpPr>
          <p:cNvPr id="982" name="Google Shape;982;p41"/>
          <p:cNvSpPr/>
          <p:nvPr/>
        </p:nvSpPr>
        <p:spPr>
          <a:xfrm>
            <a:off x="6016325" y="34049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962;p41">
            <a:extLst>
              <a:ext uri="{FF2B5EF4-FFF2-40B4-BE49-F238E27FC236}">
                <a16:creationId xmlns:a16="http://schemas.microsoft.com/office/drawing/2014/main" id="{BA53C9F7-6243-42DB-9373-E2B380075F0A}"/>
              </a:ext>
            </a:extLst>
          </p:cNvPr>
          <p:cNvSpPr txBox="1"/>
          <p:nvPr/>
        </p:nvSpPr>
        <p:spPr>
          <a:xfrm>
            <a:off x="2671555" y="3310408"/>
            <a:ext cx="2743199" cy="4197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None/>
            </a:pPr>
            <a:r>
              <a:rPr lang="en" sz="1600" dirty="0">
                <a:solidFill>
                  <a:schemeClr val="dk1"/>
                </a:solidFill>
                <a:latin typeface="Raleway Black"/>
                <a:ea typeface="Raleway Black"/>
                <a:cs typeface="Raleway Black"/>
                <a:sym typeface="Raleway Black"/>
              </a:rPr>
              <a:t>SMART GLASSES </a:t>
            </a:r>
            <a:endParaRPr sz="1600" dirty="0">
              <a:solidFill>
                <a:schemeClr val="dk1"/>
              </a:solidFill>
              <a:latin typeface="Raleway Black"/>
              <a:ea typeface="Raleway Black"/>
              <a:cs typeface="Raleway Black"/>
              <a:sym typeface="Raleway Black"/>
            </a:endParaRPr>
          </a:p>
        </p:txBody>
      </p:sp>
      <p:sp>
        <p:nvSpPr>
          <p:cNvPr id="102" name="Google Shape;962;p41">
            <a:extLst>
              <a:ext uri="{FF2B5EF4-FFF2-40B4-BE49-F238E27FC236}">
                <a16:creationId xmlns:a16="http://schemas.microsoft.com/office/drawing/2014/main" id="{668572A1-127C-45A5-9521-C34D0AA95845}"/>
              </a:ext>
            </a:extLst>
          </p:cNvPr>
          <p:cNvSpPr txBox="1"/>
          <p:nvPr/>
        </p:nvSpPr>
        <p:spPr>
          <a:xfrm>
            <a:off x="5082596" y="3311860"/>
            <a:ext cx="2743199" cy="419700"/>
          </a:xfrm>
          <a:prstGeom prst="rect">
            <a:avLst/>
          </a:prstGeom>
          <a:noFill/>
          <a:ln>
            <a:noFill/>
          </a:ln>
        </p:spPr>
        <p:txBody>
          <a:bodyPr spcFirstLastPara="1" wrap="square" lIns="91425" tIns="91425" rIns="91425" bIns="91425" anchor="b" anchorCtr="0">
            <a:noAutofit/>
          </a:bodyPr>
          <a:lstStyle/>
          <a:p>
            <a:pPr marL="0" marR="0" lvl="0" indent="0" algn="r" rtl="0">
              <a:lnSpc>
                <a:spcPct val="100000"/>
              </a:lnSpc>
              <a:spcBef>
                <a:spcPts val="0"/>
              </a:spcBef>
              <a:spcAft>
                <a:spcPts val="0"/>
              </a:spcAft>
              <a:buNone/>
            </a:pPr>
            <a:r>
              <a:rPr lang="en" sz="1600" dirty="0">
                <a:solidFill>
                  <a:schemeClr val="dk1"/>
                </a:solidFill>
                <a:latin typeface="Raleway Black"/>
                <a:ea typeface="Raleway Black"/>
                <a:cs typeface="Raleway Black"/>
                <a:sym typeface="Raleway Black"/>
              </a:rPr>
              <a:t>SMART CANE</a:t>
            </a:r>
            <a:endParaRPr sz="1600" dirty="0">
              <a:solidFill>
                <a:schemeClr val="dk1"/>
              </a:solidFill>
              <a:latin typeface="Raleway Black"/>
              <a:ea typeface="Raleway Black"/>
              <a:cs typeface="Raleway Black"/>
              <a:sym typeface="Raleway Black"/>
            </a:endParaRPr>
          </a:p>
        </p:txBody>
      </p:sp>
      <p:sp>
        <p:nvSpPr>
          <p:cNvPr id="7" name="Rectangle 2">
            <a:extLst>
              <a:ext uri="{FF2B5EF4-FFF2-40B4-BE49-F238E27FC236}">
                <a16:creationId xmlns:a16="http://schemas.microsoft.com/office/drawing/2014/main" id="{DA827BD2-5E5D-46C2-8D97-5058C23E600C}"/>
              </a:ext>
            </a:extLst>
          </p:cNvPr>
          <p:cNvSpPr>
            <a:spLocks noChangeArrowheads="1"/>
          </p:cNvSpPr>
          <p:nvPr/>
        </p:nvSpPr>
        <p:spPr bwMode="auto">
          <a:xfrm>
            <a:off x="0" y="-123111"/>
            <a:ext cx="2295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grpSp>
        <p:nvGrpSpPr>
          <p:cNvPr id="8" name="Group 7">
            <a:extLst>
              <a:ext uri="{FF2B5EF4-FFF2-40B4-BE49-F238E27FC236}">
                <a16:creationId xmlns:a16="http://schemas.microsoft.com/office/drawing/2014/main" id="{0556144E-FA1A-4C07-B69A-B67D95453839}"/>
              </a:ext>
            </a:extLst>
          </p:cNvPr>
          <p:cNvGrpSpPr/>
          <p:nvPr/>
        </p:nvGrpSpPr>
        <p:grpSpPr>
          <a:xfrm>
            <a:off x="763835" y="913180"/>
            <a:ext cx="7258318" cy="2440859"/>
            <a:chOff x="838978" y="1289636"/>
            <a:chExt cx="7258318" cy="2440859"/>
          </a:xfrm>
        </p:grpSpPr>
        <p:cxnSp>
          <p:nvCxnSpPr>
            <p:cNvPr id="124" name="Google Shape;985;p41">
              <a:extLst>
                <a:ext uri="{FF2B5EF4-FFF2-40B4-BE49-F238E27FC236}">
                  <a16:creationId xmlns:a16="http://schemas.microsoft.com/office/drawing/2014/main" id="{0E4EB26D-1606-476C-B49D-F14DE8C83A64}"/>
                </a:ext>
              </a:extLst>
            </p:cNvPr>
            <p:cNvCxnSpPr>
              <a:cxnSpLocks/>
            </p:cNvCxnSpPr>
            <p:nvPr/>
          </p:nvCxnSpPr>
          <p:spPr>
            <a:xfrm rot="5400000" flipH="1" flipV="1">
              <a:off x="1203635" y="3347859"/>
              <a:ext cx="554100" cy="211171"/>
            </a:xfrm>
            <a:prstGeom prst="bentConnector3">
              <a:avLst>
                <a:gd name="adj1" fmla="val 50000"/>
              </a:avLst>
            </a:prstGeom>
            <a:noFill/>
            <a:ln w="9525" cap="flat" cmpd="sng">
              <a:solidFill>
                <a:schemeClr val="lt1"/>
              </a:solidFill>
              <a:prstDash val="solid"/>
              <a:round/>
              <a:headEnd type="none" w="med" len="med"/>
              <a:tailEnd type="diamond" w="med" len="med"/>
            </a:ln>
          </p:spPr>
        </p:cxnSp>
        <p:cxnSp>
          <p:nvCxnSpPr>
            <p:cNvPr id="125" name="Google Shape;985;p41">
              <a:extLst>
                <a:ext uri="{FF2B5EF4-FFF2-40B4-BE49-F238E27FC236}">
                  <a16:creationId xmlns:a16="http://schemas.microsoft.com/office/drawing/2014/main" id="{8741FC61-9838-4B19-8DFD-C3BB6E363B65}"/>
                </a:ext>
              </a:extLst>
            </p:cNvPr>
            <p:cNvCxnSpPr>
              <a:cxnSpLocks/>
            </p:cNvCxnSpPr>
            <p:nvPr/>
          </p:nvCxnSpPr>
          <p:spPr>
            <a:xfrm rot="5400000" flipH="1" flipV="1">
              <a:off x="4010360" y="3304454"/>
              <a:ext cx="554100" cy="211171"/>
            </a:xfrm>
            <a:prstGeom prst="bentConnector3">
              <a:avLst>
                <a:gd name="adj1" fmla="val 50000"/>
              </a:avLst>
            </a:prstGeom>
            <a:noFill/>
            <a:ln w="9525" cap="flat" cmpd="sng">
              <a:solidFill>
                <a:schemeClr val="lt1"/>
              </a:solidFill>
              <a:prstDash val="solid"/>
              <a:round/>
              <a:headEnd type="none" w="med" len="med"/>
              <a:tailEnd type="diamond" w="med" len="med"/>
            </a:ln>
          </p:spPr>
        </p:cxnSp>
        <p:sp>
          <p:nvSpPr>
            <p:cNvPr id="126" name="Google Shape;972;p41">
              <a:extLst>
                <a:ext uri="{FF2B5EF4-FFF2-40B4-BE49-F238E27FC236}">
                  <a16:creationId xmlns:a16="http://schemas.microsoft.com/office/drawing/2014/main" id="{2CEB0F56-0CBA-4F3C-ABFB-FA2B01F518BB}"/>
                </a:ext>
              </a:extLst>
            </p:cNvPr>
            <p:cNvSpPr/>
            <p:nvPr/>
          </p:nvSpPr>
          <p:spPr>
            <a:xfrm>
              <a:off x="3405329" y="1326642"/>
              <a:ext cx="1857337" cy="1769341"/>
            </a:xfrm>
            <a:custGeom>
              <a:avLst/>
              <a:gdLst/>
              <a:ahLst/>
              <a:cxnLst/>
              <a:rect l="l" t="t" r="r" b="b"/>
              <a:pathLst>
                <a:path w="84552" h="161331" extrusionOk="0">
                  <a:moveTo>
                    <a:pt x="1" y="1"/>
                  </a:moveTo>
                  <a:lnTo>
                    <a:pt x="1" y="161331"/>
                  </a:lnTo>
                  <a:lnTo>
                    <a:pt x="84551" y="161331"/>
                  </a:lnTo>
                  <a:lnTo>
                    <a:pt x="84551" y="1"/>
                  </a:lnTo>
                  <a:close/>
                </a:path>
              </a:pathLst>
            </a:custGeom>
            <a:blipFill dpi="0" rotWithShape="1">
              <a:blip r:embed="rId3">
                <a:extLst>
                  <a:ext uri="{28A0092B-C50C-407E-A947-70E740481C1C}">
                    <a14:useLocalDpi xmlns:a14="http://schemas.microsoft.com/office/drawing/2010/main" val="0"/>
                  </a:ext>
                </a:extLst>
              </a:blip>
              <a:srcRect/>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 name="Group 126">
              <a:extLst>
                <a:ext uri="{FF2B5EF4-FFF2-40B4-BE49-F238E27FC236}">
                  <a16:creationId xmlns:a16="http://schemas.microsoft.com/office/drawing/2014/main" id="{F3FC68AC-F303-4B5F-9D32-6C89EE6DBB3F}"/>
                </a:ext>
              </a:extLst>
            </p:cNvPr>
            <p:cNvGrpSpPr/>
            <p:nvPr/>
          </p:nvGrpSpPr>
          <p:grpSpPr>
            <a:xfrm>
              <a:off x="838978" y="1289636"/>
              <a:ext cx="1494591" cy="1843353"/>
              <a:chOff x="400310" y="1354603"/>
              <a:chExt cx="1589801" cy="1945475"/>
            </a:xfrm>
          </p:grpSpPr>
          <p:grpSp>
            <p:nvGrpSpPr>
              <p:cNvPr id="128" name="Google Shape;973;p41">
                <a:extLst>
                  <a:ext uri="{FF2B5EF4-FFF2-40B4-BE49-F238E27FC236}">
                    <a16:creationId xmlns:a16="http://schemas.microsoft.com/office/drawing/2014/main" id="{01E0E16F-C6CD-4504-B68A-929DDDF7BA0B}"/>
                  </a:ext>
                </a:extLst>
              </p:cNvPr>
              <p:cNvGrpSpPr/>
              <p:nvPr/>
            </p:nvGrpSpPr>
            <p:grpSpPr>
              <a:xfrm>
                <a:off x="497711" y="1354603"/>
                <a:ext cx="1492400" cy="1945475"/>
                <a:chOff x="5186401" y="494525"/>
                <a:chExt cx="1834973" cy="3724678"/>
              </a:xfrm>
            </p:grpSpPr>
            <p:sp>
              <p:nvSpPr>
                <p:cNvPr id="131" name="Google Shape;974;p41">
                  <a:extLst>
                    <a:ext uri="{FF2B5EF4-FFF2-40B4-BE49-F238E27FC236}">
                      <a16:creationId xmlns:a16="http://schemas.microsoft.com/office/drawing/2014/main" id="{18902C4B-6D15-4D5F-9182-F1D810512E60}"/>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975;p41">
                  <a:extLst>
                    <a:ext uri="{FF2B5EF4-FFF2-40B4-BE49-F238E27FC236}">
                      <a16:creationId xmlns:a16="http://schemas.microsoft.com/office/drawing/2014/main" id="{C52300C9-6690-489F-8BF8-FF18C0E67073}"/>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9" name="Google Shape;732;p31">
                <a:extLst>
                  <a:ext uri="{FF2B5EF4-FFF2-40B4-BE49-F238E27FC236}">
                    <a16:creationId xmlns:a16="http://schemas.microsoft.com/office/drawing/2014/main" id="{1FA138E6-7977-4B6B-88A4-2064B29EDDD4}"/>
                  </a:ext>
                </a:extLst>
              </p:cNvPr>
              <p:cNvPicPr preferRelativeResize="0">
                <a:picLocks/>
              </p:cNvPicPr>
              <p:nvPr/>
            </p:nvPicPr>
            <p:blipFill>
              <a:blip r:embed="rId4">
                <a:extLst>
                  <a:ext uri="{96DAC541-7B7A-43D3-8B79-37D633B846F1}">
                    <asvg:svgBlip xmlns:asvg="http://schemas.microsoft.com/office/drawing/2016/SVG/main" r:embed="rId5"/>
                  </a:ext>
                </a:extLst>
              </a:blip>
              <a:srcRect l="10839" r="10839"/>
              <a:stretch/>
            </p:blipFill>
            <p:spPr>
              <a:xfrm>
                <a:off x="793907" y="1627705"/>
                <a:ext cx="925418" cy="1086511"/>
              </a:xfrm>
              <a:prstGeom prst="rect">
                <a:avLst/>
              </a:prstGeom>
            </p:spPr>
          </p:pic>
          <p:sp>
            <p:nvSpPr>
              <p:cNvPr id="130" name="TextBox 129">
                <a:extLst>
                  <a:ext uri="{FF2B5EF4-FFF2-40B4-BE49-F238E27FC236}">
                    <a16:creationId xmlns:a16="http://schemas.microsoft.com/office/drawing/2014/main" id="{9B14BB77-F41D-404A-81BE-DA25951AC4FC}"/>
                  </a:ext>
                </a:extLst>
              </p:cNvPr>
              <p:cNvSpPr txBox="1"/>
              <p:nvPr/>
            </p:nvSpPr>
            <p:spPr>
              <a:xfrm>
                <a:off x="400310" y="2816159"/>
                <a:ext cx="1589801" cy="307777"/>
              </a:xfrm>
              <a:prstGeom prst="rect">
                <a:avLst/>
              </a:prstGeom>
              <a:noFill/>
            </p:spPr>
            <p:txBody>
              <a:bodyPr wrap="square" rtlCol="0">
                <a:spAutoFit/>
              </a:bodyPr>
              <a:lstStyle/>
              <a:p>
                <a:pPr algn="ctr"/>
                <a:r>
                  <a:rPr lang="en-US" b="1" dirty="0">
                    <a:solidFill>
                      <a:srgbClr val="FF3300"/>
                    </a:solidFill>
                    <a:latin typeface="Raleway Black" pitchFamily="2" charset="0"/>
                  </a:rPr>
                  <a:t>SEE</a:t>
                </a:r>
                <a:r>
                  <a:rPr lang="en-US" b="1" dirty="0">
                    <a:latin typeface="Raleway Black" pitchFamily="2" charset="0"/>
                  </a:rPr>
                  <a:t> </a:t>
                </a:r>
                <a:r>
                  <a:rPr lang="en-US" b="1" dirty="0">
                    <a:solidFill>
                      <a:srgbClr val="0070C0"/>
                    </a:solidFill>
                    <a:latin typeface="Raleway Black" pitchFamily="2" charset="0"/>
                  </a:rPr>
                  <a:t>BEYOND</a:t>
                </a:r>
                <a:endParaRPr lang="en-GB" b="1" dirty="0">
                  <a:solidFill>
                    <a:srgbClr val="0070C0"/>
                  </a:solidFill>
                  <a:latin typeface="Raleway Black" pitchFamily="2" charset="0"/>
                </a:endParaRPr>
              </a:p>
            </p:txBody>
          </p:sp>
        </p:grpSp>
        <p:sp>
          <p:nvSpPr>
            <p:cNvPr id="133" name="Google Shape;972;p41">
              <a:extLst>
                <a:ext uri="{FF2B5EF4-FFF2-40B4-BE49-F238E27FC236}">
                  <a16:creationId xmlns:a16="http://schemas.microsoft.com/office/drawing/2014/main" id="{4A8DF30E-9602-46B7-835F-A93BAC2EB05E}"/>
                </a:ext>
              </a:extLst>
            </p:cNvPr>
            <p:cNvSpPr/>
            <p:nvPr/>
          </p:nvSpPr>
          <p:spPr>
            <a:xfrm>
              <a:off x="6239959" y="1323674"/>
              <a:ext cx="1857337" cy="1769341"/>
            </a:xfrm>
            <a:custGeom>
              <a:avLst/>
              <a:gdLst/>
              <a:ahLst/>
              <a:cxnLst/>
              <a:rect l="l" t="t" r="r" b="b"/>
              <a:pathLst>
                <a:path w="84552" h="161331" extrusionOk="0">
                  <a:moveTo>
                    <a:pt x="1" y="1"/>
                  </a:moveTo>
                  <a:lnTo>
                    <a:pt x="1" y="161331"/>
                  </a:lnTo>
                  <a:lnTo>
                    <a:pt x="84551" y="161331"/>
                  </a:lnTo>
                  <a:lnTo>
                    <a:pt x="84551" y="1"/>
                  </a:ln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134" name="Google Shape;985;p41">
              <a:extLst>
                <a:ext uri="{FF2B5EF4-FFF2-40B4-BE49-F238E27FC236}">
                  <a16:creationId xmlns:a16="http://schemas.microsoft.com/office/drawing/2014/main" id="{A14694C4-9A07-4637-8534-3414C6DC2B4B}"/>
                </a:ext>
              </a:extLst>
            </p:cNvPr>
            <p:cNvCxnSpPr>
              <a:cxnSpLocks/>
            </p:cNvCxnSpPr>
            <p:nvPr/>
          </p:nvCxnSpPr>
          <p:spPr>
            <a:xfrm rot="5400000" flipH="1" flipV="1">
              <a:off x="6822233" y="3293379"/>
              <a:ext cx="554100" cy="211171"/>
            </a:xfrm>
            <a:prstGeom prst="bentConnector3">
              <a:avLst>
                <a:gd name="adj1" fmla="val 50000"/>
              </a:avLst>
            </a:prstGeom>
            <a:noFill/>
            <a:ln w="9525" cap="flat" cmpd="sng">
              <a:solidFill>
                <a:schemeClr val="lt1"/>
              </a:solidFill>
              <a:prstDash val="solid"/>
              <a:round/>
              <a:headEnd type="none" w="med" len="med"/>
              <a:tailEnd type="diamond" w="med" len="med"/>
            </a:ln>
          </p:spPr>
        </p:cxnSp>
      </p:grpSp>
      <p:sp>
        <p:nvSpPr>
          <p:cNvPr id="136" name="Google Shape;968;p41">
            <a:extLst>
              <a:ext uri="{FF2B5EF4-FFF2-40B4-BE49-F238E27FC236}">
                <a16:creationId xmlns:a16="http://schemas.microsoft.com/office/drawing/2014/main" id="{410F7965-4B95-4793-A822-4DDA5CD8DB4A}"/>
              </a:ext>
            </a:extLst>
          </p:cNvPr>
          <p:cNvSpPr txBox="1"/>
          <p:nvPr/>
        </p:nvSpPr>
        <p:spPr>
          <a:xfrm>
            <a:off x="3194850" y="3629245"/>
            <a:ext cx="2863807" cy="948665"/>
          </a:xfrm>
          <a:prstGeom prst="rect">
            <a:avLst/>
          </a:prstGeom>
          <a:noFill/>
          <a:ln>
            <a:noFill/>
          </a:ln>
        </p:spPr>
        <p:txBody>
          <a:bodyPr spcFirstLastPara="1" wrap="square" lIns="91425" tIns="91425" rIns="91425" bIns="91425" anchor="t" anchorCtr="0">
            <a:no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50" b="0" i="0" u="none" strike="noStrike" cap="none" normalizeH="0" baseline="0" dirty="0">
                <a:ln>
                  <a:noFill/>
                </a:ln>
                <a:solidFill>
                  <a:schemeClr val="tx1"/>
                </a:solidFill>
                <a:effectLst/>
                <a:latin typeface="Arial" panose="020B0604020202020204" pitchFamily="34" charset="0"/>
              </a:rPr>
              <a:t>Equipped with a </a:t>
            </a:r>
            <a:r>
              <a:rPr kumimoji="0" lang="en-US" altLang="en-US" sz="1050" b="1" i="0" u="none" strike="noStrike" cap="none" normalizeH="0" baseline="0" dirty="0">
                <a:ln>
                  <a:noFill/>
                </a:ln>
                <a:solidFill>
                  <a:schemeClr val="tx1"/>
                </a:solidFill>
                <a:effectLst/>
                <a:latin typeface="Arial" panose="020B0604020202020204" pitchFamily="34" charset="0"/>
              </a:rPr>
              <a:t>mounted camera</a:t>
            </a:r>
            <a:r>
              <a:rPr kumimoji="0" lang="en-US" altLang="en-US" sz="1050" b="0" i="0" u="none" strike="noStrike" cap="none" normalizeH="0" baseline="0" dirty="0">
                <a:ln>
                  <a:noFill/>
                </a:ln>
                <a:solidFill>
                  <a:schemeClr val="tx1"/>
                </a:solidFill>
                <a:effectLst/>
                <a:latin typeface="Arial" panose="020B0604020202020204" pitchFamily="34" charset="0"/>
              </a:rPr>
              <a:t> that continuously captures images of the user’s surroundings from a natural, eye-level perspective. Transfers captured images directly to the mobile application</a:t>
            </a:r>
          </a:p>
        </p:txBody>
      </p:sp>
      <p:sp>
        <p:nvSpPr>
          <p:cNvPr id="139" name="Google Shape;968;p41">
            <a:extLst>
              <a:ext uri="{FF2B5EF4-FFF2-40B4-BE49-F238E27FC236}">
                <a16:creationId xmlns:a16="http://schemas.microsoft.com/office/drawing/2014/main" id="{F8CC0153-8A26-40DD-842B-2940F5A68864}"/>
              </a:ext>
            </a:extLst>
          </p:cNvPr>
          <p:cNvSpPr txBox="1"/>
          <p:nvPr/>
        </p:nvSpPr>
        <p:spPr>
          <a:xfrm>
            <a:off x="5972522" y="3621844"/>
            <a:ext cx="2863807" cy="948665"/>
          </a:xfrm>
          <a:prstGeom prst="rect">
            <a:avLst/>
          </a:prstGeom>
          <a:noFill/>
          <a:ln>
            <a:noFill/>
          </a:ln>
        </p:spPr>
        <p:txBody>
          <a:bodyPr spcFirstLastPara="1" wrap="square" lIns="91425" tIns="91425" rIns="91425" bIns="91425" anchor="t" anchorCtr="0">
            <a:noAutofit/>
          </a:bodyPr>
          <a:lstStyle/>
          <a:p>
            <a:pPr marL="0" marR="0" lvl="0" indent="0" algn="l" defTabSz="914400" rtl="0" eaLnBrk="0" fontAlgn="base" latinLnBrk="0" hangingPunct="0">
              <a:lnSpc>
                <a:spcPct val="100000"/>
              </a:lnSpc>
              <a:spcBef>
                <a:spcPct val="0"/>
              </a:spcBef>
              <a:spcAft>
                <a:spcPct val="0"/>
              </a:spcAft>
              <a:buClrTx/>
              <a:buSzTx/>
              <a:tabLst/>
            </a:pPr>
            <a:r>
              <a:rPr lang="en-GB" sz="1100" dirty="0">
                <a:solidFill>
                  <a:schemeClr val="tx1"/>
                </a:solidFill>
              </a:rPr>
              <a:t>Integrated with </a:t>
            </a:r>
            <a:r>
              <a:rPr lang="en-GB" sz="1100" b="1" dirty="0">
                <a:solidFill>
                  <a:schemeClr val="tx1"/>
                </a:solidFill>
              </a:rPr>
              <a:t>ultrasonic sensors</a:t>
            </a:r>
            <a:r>
              <a:rPr lang="en-GB" sz="1100" dirty="0">
                <a:solidFill>
                  <a:schemeClr val="tx1"/>
                </a:solidFill>
              </a:rPr>
              <a:t> to detect nearby obstacles, Provides </a:t>
            </a:r>
            <a:r>
              <a:rPr lang="en-GB" sz="1100" b="1" dirty="0">
                <a:solidFill>
                  <a:schemeClr val="tx1"/>
                </a:solidFill>
              </a:rPr>
              <a:t>haptic (vibration) feedback</a:t>
            </a:r>
            <a:r>
              <a:rPr lang="en-GB" sz="1100" dirty="0">
                <a:solidFill>
                  <a:schemeClr val="tx1"/>
                </a:solidFill>
              </a:rPr>
              <a:t> to alert users and works independently</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43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335639" y="2343925"/>
            <a:ext cx="4402763" cy="98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000" dirty="0"/>
              <a:t>USP</a:t>
            </a:r>
            <a:br>
              <a:rPr lang="en" sz="6000" dirty="0"/>
            </a:br>
            <a:r>
              <a:rPr lang="en" sz="3600" dirty="0">
                <a:latin typeface="Segoe UI Emoji" panose="020B0502040204020203" pitchFamily="34" charset="0"/>
                <a:ea typeface="Segoe UI Emoji" panose="020B0502040204020203" pitchFamily="34" charset="0"/>
              </a:rPr>
              <a:t>WHAT SETS </a:t>
            </a:r>
            <a:r>
              <a:rPr lang="en" sz="3600" dirty="0"/>
              <a:t>SEE BEYOND</a:t>
            </a:r>
            <a:r>
              <a:rPr lang="en" sz="3600" dirty="0">
                <a:latin typeface="Segoe UI Emoji" panose="020B0502040204020203" pitchFamily="34" charset="0"/>
                <a:ea typeface="Segoe UI Emoji" panose="020B0502040204020203" pitchFamily="34" charset="0"/>
              </a:rPr>
              <a:t> APART?</a:t>
            </a:r>
            <a:br>
              <a:rPr lang="en" dirty="0"/>
            </a:br>
            <a:endParaRPr dirty="0">
              <a:latin typeface="Segoe UI Emoji" panose="020B0502040204020203" pitchFamily="34" charset="0"/>
              <a:ea typeface="Segoe UI Emoji" panose="020B0502040204020203" pitchFamily="34" charset="0"/>
            </a:endParaRPr>
          </a:p>
        </p:txBody>
      </p:sp>
      <p:sp>
        <p:nvSpPr>
          <p:cNvPr id="740" name="Google Shape;740;p32"/>
          <p:cNvSpPr txBox="1">
            <a:spLocks noGrp="1"/>
          </p:cNvSpPr>
          <p:nvPr>
            <p:ph type="title" idx="2"/>
          </p:nvPr>
        </p:nvSpPr>
        <p:spPr>
          <a:xfrm>
            <a:off x="6344823" y="2037952"/>
            <a:ext cx="1343100" cy="98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9855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36"/>
          <p:cNvSpPr txBox="1">
            <a:spLocks noGrp="1"/>
          </p:cNvSpPr>
          <p:nvPr>
            <p:ph type="title"/>
          </p:nvPr>
        </p:nvSpPr>
        <p:spPr>
          <a:xfrm>
            <a:off x="855074" y="3050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KEY DIFFERENTIATOR</a:t>
            </a:r>
            <a:endParaRPr sz="3600" dirty="0"/>
          </a:p>
        </p:txBody>
      </p:sp>
      <p:sp>
        <p:nvSpPr>
          <p:cNvPr id="838" name="Google Shape;838;p36"/>
          <p:cNvSpPr txBox="1">
            <a:spLocks noGrp="1"/>
          </p:cNvSpPr>
          <p:nvPr>
            <p:ph type="subTitle" idx="7"/>
          </p:nvPr>
        </p:nvSpPr>
        <p:spPr>
          <a:xfrm>
            <a:off x="1442078" y="1775062"/>
            <a:ext cx="6092456" cy="572700"/>
          </a:xfrm>
          <a:prstGeom prst="rect">
            <a:avLst/>
          </a:prstGeom>
        </p:spPr>
        <p:txBody>
          <a:bodyPr spcFirstLastPara="1" wrap="square" lIns="91425" tIns="91425" rIns="91425" bIns="91425" anchor="b" anchorCtr="0">
            <a:noAutofit/>
          </a:bodyPr>
          <a:lstStyle/>
          <a:p>
            <a:pPr marL="152400" indent="0" algn="ctr"/>
            <a:r>
              <a:rPr lang="en-GB" sz="2800" dirty="0"/>
              <a:t>All-in-One Assistive Platform</a:t>
            </a:r>
            <a:endParaRPr lang="en-GB" sz="2400" dirty="0"/>
          </a:p>
        </p:txBody>
      </p:sp>
      <p:sp>
        <p:nvSpPr>
          <p:cNvPr id="5" name="Subtitle 4">
            <a:extLst>
              <a:ext uri="{FF2B5EF4-FFF2-40B4-BE49-F238E27FC236}">
                <a16:creationId xmlns:a16="http://schemas.microsoft.com/office/drawing/2014/main" id="{E78E2C85-CE4B-477C-87C1-E10AE07E4FA1}"/>
              </a:ext>
            </a:extLst>
          </p:cNvPr>
          <p:cNvSpPr>
            <a:spLocks noGrp="1"/>
          </p:cNvSpPr>
          <p:nvPr>
            <p:ph type="subTitle" idx="13"/>
          </p:nvPr>
        </p:nvSpPr>
        <p:spPr>
          <a:xfrm>
            <a:off x="1442078" y="3316029"/>
            <a:ext cx="6340955" cy="1021618"/>
          </a:xfrm>
        </p:spPr>
        <p:txBody>
          <a:bodyPr/>
          <a:lstStyle/>
          <a:p>
            <a:pPr algn="just">
              <a:lnSpc>
                <a:spcPct val="150000"/>
              </a:lnSpc>
            </a:pPr>
            <a:r>
              <a:rPr lang="en-GB" dirty="0">
                <a:latin typeface="+mj-lt"/>
              </a:rPr>
              <a:t>	Unlike most tools that address a single task (navigation, reading, or object detection), </a:t>
            </a:r>
            <a:r>
              <a:rPr lang="en-GB" i="1" dirty="0">
                <a:latin typeface="+mj-lt"/>
              </a:rPr>
              <a:t>See Beyond</a:t>
            </a:r>
            <a:r>
              <a:rPr lang="en-GB" dirty="0">
                <a:latin typeface="+mj-lt"/>
              </a:rPr>
              <a:t> integrates multiple essential functions like obstacle detection, optical character recognition, currency recognition and people recognition into one unified system</a:t>
            </a:r>
          </a:p>
        </p:txBody>
      </p:sp>
      <p:sp>
        <p:nvSpPr>
          <p:cNvPr id="47" name="Google Shape;741;p32">
            <a:extLst>
              <a:ext uri="{FF2B5EF4-FFF2-40B4-BE49-F238E27FC236}">
                <a16:creationId xmlns:a16="http://schemas.microsoft.com/office/drawing/2014/main" id="{60271F29-1726-49DE-8A2E-C028D2D2F38F}"/>
              </a:ext>
            </a:extLst>
          </p:cNvPr>
          <p:cNvSpPr/>
          <p:nvPr/>
        </p:nvSpPr>
        <p:spPr>
          <a:xfrm rot="16200000">
            <a:off x="1537156" y="1922374"/>
            <a:ext cx="282297" cy="137678"/>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36"/>
          <p:cNvSpPr txBox="1">
            <a:spLocks noGrp="1"/>
          </p:cNvSpPr>
          <p:nvPr>
            <p:ph type="title"/>
          </p:nvPr>
        </p:nvSpPr>
        <p:spPr>
          <a:xfrm>
            <a:off x="855074" y="3050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KEY DIFFERENTIATOR</a:t>
            </a:r>
            <a:endParaRPr sz="3600" dirty="0"/>
          </a:p>
        </p:txBody>
      </p:sp>
      <p:sp>
        <p:nvSpPr>
          <p:cNvPr id="838" name="Google Shape;838;p36"/>
          <p:cNvSpPr txBox="1">
            <a:spLocks noGrp="1"/>
          </p:cNvSpPr>
          <p:nvPr>
            <p:ph type="subTitle" idx="7"/>
          </p:nvPr>
        </p:nvSpPr>
        <p:spPr>
          <a:xfrm>
            <a:off x="506413" y="1704863"/>
            <a:ext cx="6092456" cy="572700"/>
          </a:xfrm>
          <a:prstGeom prst="rect">
            <a:avLst/>
          </a:prstGeom>
        </p:spPr>
        <p:txBody>
          <a:bodyPr spcFirstLastPara="1" wrap="square" lIns="91425" tIns="91425" rIns="91425" bIns="91425" anchor="b" anchorCtr="0">
            <a:noAutofit/>
          </a:bodyPr>
          <a:lstStyle/>
          <a:p>
            <a:pPr marL="152400" indent="0" algn="ctr"/>
            <a:r>
              <a:rPr lang="en-GB" sz="2800" dirty="0"/>
              <a:t>Cost Effectiveness</a:t>
            </a:r>
            <a:endParaRPr lang="en-GB" sz="2400" dirty="0"/>
          </a:p>
        </p:txBody>
      </p:sp>
      <p:sp>
        <p:nvSpPr>
          <p:cNvPr id="5" name="Subtitle 4">
            <a:extLst>
              <a:ext uri="{FF2B5EF4-FFF2-40B4-BE49-F238E27FC236}">
                <a16:creationId xmlns:a16="http://schemas.microsoft.com/office/drawing/2014/main" id="{E78E2C85-CE4B-477C-87C1-E10AE07E4FA1}"/>
              </a:ext>
            </a:extLst>
          </p:cNvPr>
          <p:cNvSpPr>
            <a:spLocks noGrp="1"/>
          </p:cNvSpPr>
          <p:nvPr>
            <p:ph type="subTitle" idx="13"/>
          </p:nvPr>
        </p:nvSpPr>
        <p:spPr>
          <a:xfrm>
            <a:off x="1401522" y="2865938"/>
            <a:ext cx="6340955" cy="1021618"/>
          </a:xfrm>
        </p:spPr>
        <p:txBody>
          <a:bodyPr/>
          <a:lstStyle/>
          <a:p>
            <a:pPr algn="just">
              <a:lnSpc>
                <a:spcPct val="150000"/>
              </a:lnSpc>
            </a:pPr>
            <a:r>
              <a:rPr lang="en-GB" dirty="0">
                <a:latin typeface="+mj-lt"/>
              </a:rPr>
              <a:t>	Unlike smart glasses, smart canes, or sensor-based wearables that require expensive custom hardware, </a:t>
            </a:r>
            <a:r>
              <a:rPr lang="en-GB" i="1" dirty="0">
                <a:latin typeface="+mj-lt"/>
              </a:rPr>
              <a:t>See Beyond</a:t>
            </a:r>
            <a:r>
              <a:rPr lang="en-GB" dirty="0">
                <a:latin typeface="+mj-lt"/>
              </a:rPr>
              <a:t> runs entirely on commonly available devices (e.g., smartphones), eliminating upfront hardware costs.</a:t>
            </a:r>
          </a:p>
        </p:txBody>
      </p:sp>
      <p:sp>
        <p:nvSpPr>
          <p:cNvPr id="47" name="Google Shape;741;p32">
            <a:extLst>
              <a:ext uri="{FF2B5EF4-FFF2-40B4-BE49-F238E27FC236}">
                <a16:creationId xmlns:a16="http://schemas.microsoft.com/office/drawing/2014/main" id="{60271F29-1726-49DE-8A2E-C028D2D2F38F}"/>
              </a:ext>
            </a:extLst>
          </p:cNvPr>
          <p:cNvSpPr/>
          <p:nvPr/>
        </p:nvSpPr>
        <p:spPr>
          <a:xfrm rot="16200000">
            <a:off x="1537156" y="1922374"/>
            <a:ext cx="282297" cy="137678"/>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2639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812404" y="2445054"/>
            <a:ext cx="3653400" cy="98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TASK DIVISION</a:t>
            </a:r>
            <a:endParaRPr dirty="0"/>
          </a:p>
        </p:txBody>
      </p:sp>
      <p:sp>
        <p:nvSpPr>
          <p:cNvPr id="740" name="Google Shape;740;p32"/>
          <p:cNvSpPr txBox="1">
            <a:spLocks noGrp="1"/>
          </p:cNvSpPr>
          <p:nvPr>
            <p:ph type="title" idx="2"/>
          </p:nvPr>
        </p:nvSpPr>
        <p:spPr>
          <a:xfrm>
            <a:off x="5349292" y="2474303"/>
            <a:ext cx="1343100" cy="98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741" name="Google Shape;741;p32"/>
          <p:cNvSpPr/>
          <p:nvPr/>
        </p:nvSpPr>
        <p:spPr>
          <a:xfrm rot="-5400000">
            <a:off x="1136106" y="2785246"/>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15018" y="-513861"/>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13798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42"/>
          <p:cNvSpPr txBox="1">
            <a:spLocks noGrp="1"/>
          </p:cNvSpPr>
          <p:nvPr>
            <p:ph type="title"/>
          </p:nvPr>
        </p:nvSpPr>
        <p:spPr>
          <a:xfrm>
            <a:off x="772425" y="143000"/>
            <a:ext cx="77040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2600" b="0" dirty="0">
                <a:latin typeface="Raleway Black"/>
                <a:ea typeface="Raleway Black"/>
                <a:cs typeface="Raleway Black"/>
                <a:sym typeface="Raleway Black"/>
              </a:rPr>
              <a:t>SUMAIKA CS-OO</a:t>
            </a:r>
            <a:r>
              <a:rPr lang="en" sz="2600" b="1" dirty="0">
                <a:latin typeface="+mj-lt"/>
                <a:ea typeface="Raleway Black"/>
                <a:cs typeface="Raleway Black"/>
                <a:sym typeface="Raleway Black"/>
              </a:rPr>
              <a:t>9</a:t>
            </a:r>
            <a:br>
              <a:rPr lang="en" sz="2600" b="1" dirty="0">
                <a:latin typeface="+mj-lt"/>
                <a:ea typeface="Raleway Black"/>
                <a:cs typeface="Raleway Black"/>
                <a:sym typeface="Raleway Black"/>
              </a:rPr>
            </a:br>
            <a:r>
              <a:rPr lang="en-GB" sz="1600" dirty="0"/>
              <a:t>Focused on </a:t>
            </a:r>
            <a:r>
              <a:rPr lang="en-GB" sz="1600" b="1" dirty="0"/>
              <a:t>Object Detection</a:t>
            </a:r>
            <a:r>
              <a:rPr lang="en-GB" sz="1600" dirty="0"/>
              <a:t>, developing and training models to accurately identify and classify various objects in the user’s environment.</a:t>
            </a:r>
            <a:endParaRPr sz="1600" b="1" dirty="0">
              <a:latin typeface="Raleway Black"/>
              <a:ea typeface="Raleway Black"/>
              <a:cs typeface="Raleway Black"/>
              <a:sym typeface="Raleway Black"/>
            </a:endParaRPr>
          </a:p>
        </p:txBody>
      </p:sp>
      <p:sp>
        <p:nvSpPr>
          <p:cNvPr id="1041" name="Google Shape;1041;p42"/>
          <p:cNvSpPr/>
          <p:nvPr/>
        </p:nvSpPr>
        <p:spPr>
          <a:xfrm>
            <a:off x="13366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2"/>
          <p:cNvSpPr/>
          <p:nvPr/>
        </p:nvSpPr>
        <p:spPr>
          <a:xfrm>
            <a:off x="33005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2"/>
          <p:cNvSpPr/>
          <p:nvPr/>
        </p:nvSpPr>
        <p:spPr>
          <a:xfrm>
            <a:off x="52644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2"/>
          <p:cNvSpPr/>
          <p:nvPr/>
        </p:nvSpPr>
        <p:spPr>
          <a:xfrm>
            <a:off x="72283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2"/>
          <p:cNvSpPr txBox="1"/>
          <p:nvPr/>
        </p:nvSpPr>
        <p:spPr>
          <a:xfrm flipH="1">
            <a:off x="6966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Hanken Grotesk"/>
                <a:ea typeface="Hanken Grotesk"/>
                <a:cs typeface="Hanken Grotesk"/>
                <a:sym typeface="Hanken Grotesk"/>
              </a:rPr>
              <a:t>P</a:t>
            </a:r>
            <a:r>
              <a:rPr lang="en" sz="1200" dirty="0">
                <a:solidFill>
                  <a:schemeClr val="dk1"/>
                </a:solidFill>
                <a:latin typeface="Hanken Grotesk"/>
                <a:ea typeface="Hanken Grotesk"/>
                <a:cs typeface="Hanken Grotesk"/>
                <a:sym typeface="Hanken Grotesk"/>
              </a:rPr>
              <a:t>roblem identification and feature selection</a:t>
            </a:r>
            <a:endParaRPr sz="1200" dirty="0">
              <a:solidFill>
                <a:schemeClr val="dk1"/>
              </a:solidFill>
              <a:latin typeface="Hanken Grotesk"/>
              <a:ea typeface="Hanken Grotesk"/>
              <a:cs typeface="Hanken Grotesk"/>
              <a:sym typeface="Hanken Grotesk"/>
            </a:endParaRPr>
          </a:p>
        </p:txBody>
      </p:sp>
      <p:sp>
        <p:nvSpPr>
          <p:cNvPr id="1046" name="Google Shape;1046;p42"/>
          <p:cNvSpPr txBox="1"/>
          <p:nvPr/>
        </p:nvSpPr>
        <p:spPr>
          <a:xfrm flipH="1">
            <a:off x="26605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Dataset selection,</a:t>
            </a:r>
          </a:p>
          <a:p>
            <a:pPr algn="ctr"/>
            <a:r>
              <a:rPr lang="en-GB" sz="1200" dirty="0">
                <a:solidFill>
                  <a:schemeClr val="dk1"/>
                </a:solidFill>
                <a:latin typeface="Hanken Grotesk"/>
                <a:ea typeface="Hanken Grotesk"/>
                <a:cs typeface="Hanken Grotesk"/>
                <a:sym typeface="Hanken Grotesk"/>
              </a:rPr>
              <a:t>Dataset Extraction and Organization</a:t>
            </a:r>
          </a:p>
          <a:p>
            <a:pPr marL="0" lvl="0" indent="0" algn="ctr" rtl="0">
              <a:spcBef>
                <a:spcPts val="0"/>
              </a:spcBef>
              <a:spcAft>
                <a:spcPts val="0"/>
              </a:spcAft>
              <a:buNone/>
            </a:pPr>
            <a:endParaRPr sz="1200" dirty="0">
              <a:solidFill>
                <a:schemeClr val="dk1"/>
              </a:solidFill>
              <a:latin typeface="Hanken Grotesk"/>
              <a:ea typeface="Hanken Grotesk"/>
              <a:cs typeface="Hanken Grotesk"/>
              <a:sym typeface="Hanken Grotesk"/>
            </a:endParaRPr>
          </a:p>
        </p:txBody>
      </p:sp>
      <p:cxnSp>
        <p:nvCxnSpPr>
          <p:cNvPr id="1049" name="Google Shape;1049;p42"/>
          <p:cNvCxnSpPr>
            <a:stCxn id="1041" idx="3"/>
            <a:endCxn id="1042" idx="1"/>
          </p:cNvCxnSpPr>
          <p:nvPr/>
        </p:nvCxnSpPr>
        <p:spPr>
          <a:xfrm>
            <a:off x="1885375" y="1440150"/>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50" name="Google Shape;1050;p42"/>
          <p:cNvCxnSpPr>
            <a:stCxn id="1042" idx="3"/>
            <a:endCxn id="1043" idx="1"/>
          </p:cNvCxnSpPr>
          <p:nvPr/>
        </p:nvCxnSpPr>
        <p:spPr>
          <a:xfrm>
            <a:off x="3849275" y="1440150"/>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51" name="Google Shape;1051;p42"/>
          <p:cNvCxnSpPr>
            <a:stCxn id="1043" idx="3"/>
            <a:endCxn id="1044" idx="1"/>
          </p:cNvCxnSpPr>
          <p:nvPr/>
        </p:nvCxnSpPr>
        <p:spPr>
          <a:xfrm>
            <a:off x="5813175" y="1440150"/>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52" name="Google Shape;1052;p42"/>
          <p:cNvCxnSpPr>
            <a:stCxn id="1041" idx="2"/>
            <a:endCxn id="1045" idx="0"/>
          </p:cNvCxnSpPr>
          <p:nvPr/>
        </p:nvCxnSpPr>
        <p:spPr>
          <a:xfrm>
            <a:off x="1611025" y="1714500"/>
            <a:ext cx="0" cy="148200"/>
          </a:xfrm>
          <a:prstGeom prst="straightConnector1">
            <a:avLst/>
          </a:prstGeom>
          <a:noFill/>
          <a:ln w="9525" cap="flat" cmpd="sng">
            <a:solidFill>
              <a:schemeClr val="lt1"/>
            </a:solidFill>
            <a:prstDash val="solid"/>
            <a:round/>
            <a:headEnd type="none" w="med" len="med"/>
            <a:tailEnd type="none" w="med" len="med"/>
          </a:ln>
        </p:spPr>
      </p:cxnSp>
      <p:cxnSp>
        <p:nvCxnSpPr>
          <p:cNvPr id="1053" name="Google Shape;1053;p42"/>
          <p:cNvCxnSpPr>
            <a:stCxn id="1042" idx="2"/>
            <a:endCxn id="1046" idx="0"/>
          </p:cNvCxnSpPr>
          <p:nvPr/>
        </p:nvCxnSpPr>
        <p:spPr>
          <a:xfrm>
            <a:off x="3574925" y="1714500"/>
            <a:ext cx="0" cy="148200"/>
          </a:xfrm>
          <a:prstGeom prst="straightConnector1">
            <a:avLst/>
          </a:prstGeom>
          <a:noFill/>
          <a:ln w="9525" cap="flat" cmpd="sng">
            <a:solidFill>
              <a:schemeClr val="lt1"/>
            </a:solidFill>
            <a:prstDash val="solid"/>
            <a:round/>
            <a:headEnd type="none" w="med" len="med"/>
            <a:tailEnd type="none" w="med" len="med"/>
          </a:ln>
        </p:spPr>
      </p:cxnSp>
      <p:cxnSp>
        <p:nvCxnSpPr>
          <p:cNvPr id="1054" name="Google Shape;1054;p42"/>
          <p:cNvCxnSpPr>
            <a:cxnSpLocks/>
            <a:stCxn id="1043" idx="2"/>
          </p:cNvCxnSpPr>
          <p:nvPr/>
        </p:nvCxnSpPr>
        <p:spPr>
          <a:xfrm>
            <a:off x="5538825" y="1714500"/>
            <a:ext cx="0" cy="148200"/>
          </a:xfrm>
          <a:prstGeom prst="straightConnector1">
            <a:avLst/>
          </a:prstGeom>
          <a:noFill/>
          <a:ln w="9525" cap="flat" cmpd="sng">
            <a:solidFill>
              <a:schemeClr val="lt1"/>
            </a:solidFill>
            <a:prstDash val="solid"/>
            <a:round/>
            <a:headEnd type="none" w="med" len="med"/>
            <a:tailEnd type="none" w="med" len="med"/>
          </a:ln>
        </p:spPr>
      </p:cxnSp>
      <p:cxnSp>
        <p:nvCxnSpPr>
          <p:cNvPr id="1055" name="Google Shape;1055;p42"/>
          <p:cNvCxnSpPr>
            <a:cxnSpLocks/>
            <a:stCxn id="1044" idx="2"/>
          </p:cNvCxnSpPr>
          <p:nvPr/>
        </p:nvCxnSpPr>
        <p:spPr>
          <a:xfrm flipH="1">
            <a:off x="7502713" y="1714500"/>
            <a:ext cx="12" cy="156950"/>
          </a:xfrm>
          <a:prstGeom prst="straightConnector1">
            <a:avLst/>
          </a:prstGeom>
          <a:noFill/>
          <a:ln w="9525" cap="flat" cmpd="sng">
            <a:solidFill>
              <a:schemeClr val="lt1"/>
            </a:solidFill>
            <a:prstDash val="solid"/>
            <a:round/>
            <a:headEnd type="none" w="med" len="med"/>
            <a:tailEnd type="none" w="med" len="med"/>
          </a:ln>
        </p:spPr>
      </p:cxnSp>
      <p:sp>
        <p:nvSpPr>
          <p:cNvPr id="1056" name="Google Shape;1056;p42"/>
          <p:cNvSpPr/>
          <p:nvPr/>
        </p:nvSpPr>
        <p:spPr>
          <a:xfrm>
            <a:off x="13366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2"/>
          <p:cNvSpPr/>
          <p:nvPr/>
        </p:nvSpPr>
        <p:spPr>
          <a:xfrm>
            <a:off x="33005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2"/>
          <p:cNvSpPr/>
          <p:nvPr/>
        </p:nvSpPr>
        <p:spPr>
          <a:xfrm>
            <a:off x="52644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2"/>
          <p:cNvSpPr/>
          <p:nvPr/>
        </p:nvSpPr>
        <p:spPr>
          <a:xfrm>
            <a:off x="72283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2"/>
          <p:cNvSpPr txBox="1"/>
          <p:nvPr/>
        </p:nvSpPr>
        <p:spPr>
          <a:xfrm flipH="1">
            <a:off x="6966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Class Mapping and Label Generation</a:t>
            </a:r>
            <a:endParaRPr sz="1200" dirty="0">
              <a:solidFill>
                <a:schemeClr val="dk1"/>
              </a:solidFill>
              <a:latin typeface="Hanken Grotesk"/>
              <a:ea typeface="Hanken Grotesk"/>
              <a:cs typeface="Hanken Grotesk"/>
              <a:sym typeface="Hanken Grotesk"/>
            </a:endParaRPr>
          </a:p>
        </p:txBody>
      </p:sp>
      <p:sp>
        <p:nvSpPr>
          <p:cNvPr id="1061" name="Google Shape;1061;p42"/>
          <p:cNvSpPr txBox="1"/>
          <p:nvPr/>
        </p:nvSpPr>
        <p:spPr>
          <a:xfrm flipH="1">
            <a:off x="26605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Dataset Splitting</a:t>
            </a:r>
            <a:endParaRPr sz="1200" dirty="0">
              <a:solidFill>
                <a:schemeClr val="dk1"/>
              </a:solidFill>
              <a:latin typeface="Hanken Grotesk"/>
              <a:ea typeface="Hanken Grotesk"/>
              <a:cs typeface="Hanken Grotesk"/>
              <a:sym typeface="Hanken Grotesk"/>
            </a:endParaRPr>
          </a:p>
        </p:txBody>
      </p:sp>
      <p:sp>
        <p:nvSpPr>
          <p:cNvPr id="1062" name="Google Shape;1062;p42"/>
          <p:cNvSpPr txBox="1"/>
          <p:nvPr/>
        </p:nvSpPr>
        <p:spPr>
          <a:xfrm flipH="1">
            <a:off x="46244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Hanken Grotesk"/>
                <a:ea typeface="Hanken Grotesk"/>
                <a:cs typeface="Hanken Grotesk"/>
                <a:sym typeface="Hanken Grotesk"/>
              </a:rPr>
              <a:t>YOLO Configuration file Creation</a:t>
            </a:r>
            <a:endParaRPr sz="1200" dirty="0">
              <a:solidFill>
                <a:schemeClr val="dk1"/>
              </a:solidFill>
              <a:latin typeface="Hanken Grotesk"/>
              <a:ea typeface="Hanken Grotesk"/>
              <a:cs typeface="Hanken Grotesk"/>
              <a:sym typeface="Hanken Grotesk"/>
            </a:endParaRPr>
          </a:p>
        </p:txBody>
      </p:sp>
      <p:sp>
        <p:nvSpPr>
          <p:cNvPr id="1063" name="Google Shape;1063;p42"/>
          <p:cNvSpPr txBox="1"/>
          <p:nvPr/>
        </p:nvSpPr>
        <p:spPr>
          <a:xfrm flipH="1">
            <a:off x="65883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Model Training, and Integration with device</a:t>
            </a:r>
            <a:endParaRPr sz="1200" dirty="0">
              <a:solidFill>
                <a:schemeClr val="dk1"/>
              </a:solidFill>
              <a:latin typeface="Hanken Grotesk"/>
              <a:ea typeface="Hanken Grotesk"/>
              <a:cs typeface="Hanken Grotesk"/>
              <a:sym typeface="Hanken Grotesk"/>
            </a:endParaRPr>
          </a:p>
        </p:txBody>
      </p:sp>
      <p:cxnSp>
        <p:nvCxnSpPr>
          <p:cNvPr id="1064" name="Google Shape;1064;p42"/>
          <p:cNvCxnSpPr>
            <a:cxnSpLocks/>
            <a:stCxn id="1056" idx="3"/>
            <a:endCxn id="1057" idx="1"/>
          </p:cNvCxnSpPr>
          <p:nvPr/>
        </p:nvCxnSpPr>
        <p:spPr>
          <a:xfrm>
            <a:off x="1885375" y="3299875"/>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5" name="Google Shape;1065;p42"/>
          <p:cNvCxnSpPr>
            <a:stCxn id="1057" idx="3"/>
            <a:endCxn id="1058" idx="1"/>
          </p:cNvCxnSpPr>
          <p:nvPr/>
        </p:nvCxnSpPr>
        <p:spPr>
          <a:xfrm>
            <a:off x="3849275" y="3299875"/>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6" name="Google Shape;1066;p42"/>
          <p:cNvCxnSpPr>
            <a:stCxn id="1058" idx="3"/>
            <a:endCxn id="1059" idx="1"/>
          </p:cNvCxnSpPr>
          <p:nvPr/>
        </p:nvCxnSpPr>
        <p:spPr>
          <a:xfrm>
            <a:off x="5813175" y="3299875"/>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7" name="Google Shape;1067;p42"/>
          <p:cNvCxnSpPr>
            <a:cxnSpLocks/>
            <a:stCxn id="1056" idx="2"/>
            <a:endCxn id="1060" idx="0"/>
          </p:cNvCxnSpPr>
          <p:nvPr/>
        </p:nvCxnSpPr>
        <p:spPr>
          <a:xfrm>
            <a:off x="16110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68" name="Google Shape;1068;p42"/>
          <p:cNvCxnSpPr>
            <a:cxnSpLocks/>
            <a:stCxn id="1057" idx="2"/>
            <a:endCxn id="1061" idx="0"/>
          </p:cNvCxnSpPr>
          <p:nvPr/>
        </p:nvCxnSpPr>
        <p:spPr>
          <a:xfrm>
            <a:off x="35749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69" name="Google Shape;1069;p42"/>
          <p:cNvCxnSpPr>
            <a:cxnSpLocks/>
            <a:stCxn id="1058" idx="2"/>
            <a:endCxn id="1062" idx="0"/>
          </p:cNvCxnSpPr>
          <p:nvPr/>
        </p:nvCxnSpPr>
        <p:spPr>
          <a:xfrm>
            <a:off x="55388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70" name="Google Shape;1070;p42"/>
          <p:cNvCxnSpPr>
            <a:cxnSpLocks/>
            <a:stCxn id="1059" idx="2"/>
            <a:endCxn id="1063" idx="0"/>
          </p:cNvCxnSpPr>
          <p:nvPr/>
        </p:nvCxnSpPr>
        <p:spPr>
          <a:xfrm>
            <a:off x="7502725" y="3574225"/>
            <a:ext cx="0" cy="122700"/>
          </a:xfrm>
          <a:prstGeom prst="straightConnector1">
            <a:avLst/>
          </a:prstGeom>
          <a:noFill/>
          <a:ln w="9525" cap="flat" cmpd="sng">
            <a:solidFill>
              <a:schemeClr val="lt1"/>
            </a:solidFill>
            <a:prstDash val="solid"/>
            <a:round/>
            <a:headEnd type="none" w="med" len="med"/>
            <a:tailEnd type="none" w="med" len="med"/>
          </a:ln>
        </p:spPr>
      </p:cxnSp>
      <p:grpSp>
        <p:nvGrpSpPr>
          <p:cNvPr id="1071" name="Google Shape;1071;p42"/>
          <p:cNvGrpSpPr/>
          <p:nvPr/>
        </p:nvGrpSpPr>
        <p:grpSpPr>
          <a:xfrm>
            <a:off x="5365025" y="3127300"/>
            <a:ext cx="347475" cy="345150"/>
            <a:chOff x="4744113" y="3243975"/>
            <a:chExt cx="347475" cy="345150"/>
          </a:xfrm>
        </p:grpSpPr>
        <p:sp>
          <p:nvSpPr>
            <p:cNvPr id="1072" name="Google Shape;1072;p42"/>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3" name="Google Shape;1073;p42"/>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4" name="Google Shape;1074;p42"/>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5" name="Google Shape;1075;p42"/>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76" name="Google Shape;1076;p42"/>
          <p:cNvGrpSpPr/>
          <p:nvPr/>
        </p:nvGrpSpPr>
        <p:grpSpPr>
          <a:xfrm>
            <a:off x="1450438" y="3127138"/>
            <a:ext cx="321175" cy="345475"/>
            <a:chOff x="3252313" y="3243975"/>
            <a:chExt cx="321175" cy="345475"/>
          </a:xfrm>
        </p:grpSpPr>
        <p:sp>
          <p:nvSpPr>
            <p:cNvPr id="1077" name="Google Shape;1077;p42"/>
            <p:cNvSpPr/>
            <p:nvPr/>
          </p:nvSpPr>
          <p:spPr>
            <a:xfrm>
              <a:off x="3252313" y="3243975"/>
              <a:ext cx="321175" cy="345475"/>
            </a:xfrm>
            <a:custGeom>
              <a:avLst/>
              <a:gdLst/>
              <a:ahLst/>
              <a:cxnLst/>
              <a:rect l="l" t="t" r="r" b="b"/>
              <a:pathLst>
                <a:path w="12847" h="13819" extrusionOk="0">
                  <a:moveTo>
                    <a:pt x="6431" y="816"/>
                  </a:moveTo>
                  <a:cubicBezTo>
                    <a:pt x="7693" y="816"/>
                    <a:pt x="8720" y="1846"/>
                    <a:pt x="8720" y="3108"/>
                  </a:cubicBezTo>
                  <a:cubicBezTo>
                    <a:pt x="8720" y="3799"/>
                    <a:pt x="8417" y="4441"/>
                    <a:pt x="7878" y="4873"/>
                  </a:cubicBezTo>
                  <a:cubicBezTo>
                    <a:pt x="7539" y="5154"/>
                    <a:pt x="7306" y="5541"/>
                    <a:pt x="7236" y="5936"/>
                  </a:cubicBezTo>
                  <a:lnTo>
                    <a:pt x="6826" y="5936"/>
                  </a:lnTo>
                  <a:lnTo>
                    <a:pt x="6826" y="3821"/>
                  </a:lnTo>
                  <a:lnTo>
                    <a:pt x="7516" y="3131"/>
                  </a:lnTo>
                  <a:cubicBezTo>
                    <a:pt x="7679" y="2968"/>
                    <a:pt x="7679" y="2710"/>
                    <a:pt x="7516" y="2559"/>
                  </a:cubicBezTo>
                  <a:cubicBezTo>
                    <a:pt x="7441" y="2477"/>
                    <a:pt x="7338" y="2437"/>
                    <a:pt x="7234" y="2437"/>
                  </a:cubicBezTo>
                  <a:cubicBezTo>
                    <a:pt x="7131" y="2437"/>
                    <a:pt x="7025" y="2477"/>
                    <a:pt x="6944" y="2559"/>
                  </a:cubicBezTo>
                  <a:lnTo>
                    <a:pt x="6431" y="3075"/>
                  </a:lnTo>
                  <a:lnTo>
                    <a:pt x="5903" y="2559"/>
                  </a:lnTo>
                  <a:cubicBezTo>
                    <a:pt x="5826" y="2481"/>
                    <a:pt x="5720" y="2440"/>
                    <a:pt x="5613" y="2440"/>
                  </a:cubicBezTo>
                  <a:cubicBezTo>
                    <a:pt x="5527" y="2440"/>
                    <a:pt x="5439" y="2467"/>
                    <a:pt x="5365" y="2525"/>
                  </a:cubicBezTo>
                  <a:cubicBezTo>
                    <a:pt x="5168" y="2676"/>
                    <a:pt x="5154" y="2957"/>
                    <a:pt x="5331" y="3131"/>
                  </a:cubicBezTo>
                  <a:lnTo>
                    <a:pt x="6021" y="3821"/>
                  </a:lnTo>
                  <a:lnTo>
                    <a:pt x="6021" y="5936"/>
                  </a:lnTo>
                  <a:lnTo>
                    <a:pt x="5611" y="5936"/>
                  </a:lnTo>
                  <a:cubicBezTo>
                    <a:pt x="5541" y="5541"/>
                    <a:pt x="5309" y="5154"/>
                    <a:pt x="4969" y="4873"/>
                  </a:cubicBezTo>
                  <a:cubicBezTo>
                    <a:pt x="4442" y="4441"/>
                    <a:pt x="4139" y="3799"/>
                    <a:pt x="4139" y="3108"/>
                  </a:cubicBezTo>
                  <a:cubicBezTo>
                    <a:pt x="4139" y="1846"/>
                    <a:pt x="5154" y="816"/>
                    <a:pt x="6431" y="816"/>
                  </a:cubicBezTo>
                  <a:close/>
                  <a:moveTo>
                    <a:pt x="7202" y="6755"/>
                  </a:moveTo>
                  <a:lnTo>
                    <a:pt x="7202" y="7154"/>
                  </a:lnTo>
                  <a:cubicBezTo>
                    <a:pt x="7202" y="7235"/>
                    <a:pt x="7143" y="7294"/>
                    <a:pt x="7073" y="7294"/>
                  </a:cubicBezTo>
                  <a:lnTo>
                    <a:pt x="5774" y="7294"/>
                  </a:lnTo>
                  <a:cubicBezTo>
                    <a:pt x="5704" y="7294"/>
                    <a:pt x="5645" y="7235"/>
                    <a:pt x="5645" y="7154"/>
                  </a:cubicBezTo>
                  <a:lnTo>
                    <a:pt x="5645" y="6755"/>
                  </a:lnTo>
                  <a:close/>
                  <a:moveTo>
                    <a:pt x="7996" y="7364"/>
                  </a:moveTo>
                  <a:lnTo>
                    <a:pt x="9598" y="7959"/>
                  </a:lnTo>
                  <a:lnTo>
                    <a:pt x="6431" y="9151"/>
                  </a:lnTo>
                  <a:lnTo>
                    <a:pt x="3275" y="7959"/>
                  </a:lnTo>
                  <a:lnTo>
                    <a:pt x="4874" y="7364"/>
                  </a:lnTo>
                  <a:cubicBezTo>
                    <a:pt x="4969" y="7785"/>
                    <a:pt x="5342" y="8099"/>
                    <a:pt x="5785" y="8099"/>
                  </a:cubicBezTo>
                  <a:lnTo>
                    <a:pt x="7073" y="8099"/>
                  </a:lnTo>
                  <a:cubicBezTo>
                    <a:pt x="7516" y="8099"/>
                    <a:pt x="7889" y="7785"/>
                    <a:pt x="7996" y="7364"/>
                  </a:cubicBezTo>
                  <a:close/>
                  <a:moveTo>
                    <a:pt x="2197" y="8427"/>
                  </a:moveTo>
                  <a:lnTo>
                    <a:pt x="5634" y="9712"/>
                  </a:lnTo>
                  <a:lnTo>
                    <a:pt x="4733" y="10472"/>
                  </a:lnTo>
                  <a:lnTo>
                    <a:pt x="1297" y="9176"/>
                  </a:lnTo>
                  <a:lnTo>
                    <a:pt x="2197" y="8427"/>
                  </a:lnTo>
                  <a:close/>
                  <a:moveTo>
                    <a:pt x="10661" y="8427"/>
                  </a:moveTo>
                  <a:lnTo>
                    <a:pt x="11573" y="9176"/>
                  </a:lnTo>
                  <a:lnTo>
                    <a:pt x="8125" y="10472"/>
                  </a:lnTo>
                  <a:lnTo>
                    <a:pt x="7225" y="9712"/>
                  </a:lnTo>
                  <a:lnTo>
                    <a:pt x="10661" y="8427"/>
                  </a:lnTo>
                  <a:close/>
                  <a:moveTo>
                    <a:pt x="6021" y="10450"/>
                  </a:moveTo>
                  <a:lnTo>
                    <a:pt x="6021" y="12823"/>
                  </a:lnTo>
                  <a:lnTo>
                    <a:pt x="2514" y="11513"/>
                  </a:lnTo>
                  <a:lnTo>
                    <a:pt x="2514" y="10509"/>
                  </a:lnTo>
                  <a:lnTo>
                    <a:pt x="4663" y="11303"/>
                  </a:lnTo>
                  <a:cubicBezTo>
                    <a:pt x="4714" y="11324"/>
                    <a:pt x="4767" y="11334"/>
                    <a:pt x="4819" y="11334"/>
                  </a:cubicBezTo>
                  <a:cubicBezTo>
                    <a:pt x="4909" y="11334"/>
                    <a:pt x="4996" y="11303"/>
                    <a:pt x="5062" y="11244"/>
                  </a:cubicBezTo>
                  <a:lnTo>
                    <a:pt x="6021" y="10450"/>
                  </a:lnTo>
                  <a:close/>
                  <a:moveTo>
                    <a:pt x="6826" y="10450"/>
                  </a:moveTo>
                  <a:lnTo>
                    <a:pt x="7786" y="11244"/>
                  </a:lnTo>
                  <a:cubicBezTo>
                    <a:pt x="7852" y="11303"/>
                    <a:pt x="7938" y="11334"/>
                    <a:pt x="8029" y="11334"/>
                  </a:cubicBezTo>
                  <a:cubicBezTo>
                    <a:pt x="8080" y="11334"/>
                    <a:pt x="8133" y="11324"/>
                    <a:pt x="8184" y="11303"/>
                  </a:cubicBezTo>
                  <a:lnTo>
                    <a:pt x="10333" y="10509"/>
                  </a:lnTo>
                  <a:lnTo>
                    <a:pt x="10333" y="11513"/>
                  </a:lnTo>
                  <a:lnTo>
                    <a:pt x="6826" y="12823"/>
                  </a:lnTo>
                  <a:lnTo>
                    <a:pt x="6826" y="10450"/>
                  </a:lnTo>
                  <a:close/>
                  <a:moveTo>
                    <a:pt x="6431" y="0"/>
                  </a:moveTo>
                  <a:cubicBezTo>
                    <a:pt x="4711" y="0"/>
                    <a:pt x="3308" y="1392"/>
                    <a:pt x="3308" y="3108"/>
                  </a:cubicBezTo>
                  <a:cubicBezTo>
                    <a:pt x="3308" y="4043"/>
                    <a:pt x="3729" y="4921"/>
                    <a:pt x="4442" y="5515"/>
                  </a:cubicBezTo>
                  <a:cubicBezTo>
                    <a:pt x="4689" y="5715"/>
                    <a:pt x="4829" y="5995"/>
                    <a:pt x="4829" y="6276"/>
                  </a:cubicBezTo>
                  <a:lnTo>
                    <a:pt x="4829" y="6511"/>
                  </a:lnTo>
                  <a:lnTo>
                    <a:pt x="1965" y="7586"/>
                  </a:lnTo>
                  <a:cubicBezTo>
                    <a:pt x="1928" y="7597"/>
                    <a:pt x="1883" y="7619"/>
                    <a:pt x="1847" y="7656"/>
                  </a:cubicBezTo>
                  <a:lnTo>
                    <a:pt x="234" y="9000"/>
                  </a:lnTo>
                  <a:cubicBezTo>
                    <a:pt x="1" y="9199"/>
                    <a:pt x="60" y="9583"/>
                    <a:pt x="352" y="9690"/>
                  </a:cubicBezTo>
                  <a:lnTo>
                    <a:pt x="1706" y="10192"/>
                  </a:lnTo>
                  <a:lnTo>
                    <a:pt x="1706" y="11794"/>
                  </a:lnTo>
                  <a:cubicBezTo>
                    <a:pt x="1706" y="11956"/>
                    <a:pt x="1813" y="12108"/>
                    <a:pt x="1965" y="12167"/>
                  </a:cubicBezTo>
                  <a:lnTo>
                    <a:pt x="6276" y="13791"/>
                  </a:lnTo>
                  <a:cubicBezTo>
                    <a:pt x="6324" y="13809"/>
                    <a:pt x="6374" y="13818"/>
                    <a:pt x="6424" y="13818"/>
                  </a:cubicBezTo>
                  <a:cubicBezTo>
                    <a:pt x="6473" y="13818"/>
                    <a:pt x="6523" y="13809"/>
                    <a:pt x="6571" y="13791"/>
                  </a:cubicBezTo>
                  <a:lnTo>
                    <a:pt x="10883" y="12167"/>
                  </a:lnTo>
                  <a:cubicBezTo>
                    <a:pt x="11034" y="12108"/>
                    <a:pt x="11141" y="11956"/>
                    <a:pt x="11141" y="11794"/>
                  </a:cubicBezTo>
                  <a:lnTo>
                    <a:pt x="11141" y="10192"/>
                  </a:lnTo>
                  <a:lnTo>
                    <a:pt x="12496" y="9690"/>
                  </a:lnTo>
                  <a:cubicBezTo>
                    <a:pt x="12788" y="9583"/>
                    <a:pt x="12846" y="9199"/>
                    <a:pt x="12614" y="9000"/>
                  </a:cubicBezTo>
                  <a:lnTo>
                    <a:pt x="11001" y="7656"/>
                  </a:lnTo>
                  <a:cubicBezTo>
                    <a:pt x="10964" y="7619"/>
                    <a:pt x="10919" y="7597"/>
                    <a:pt x="10883" y="7586"/>
                  </a:cubicBezTo>
                  <a:lnTo>
                    <a:pt x="8018" y="6511"/>
                  </a:lnTo>
                  <a:lnTo>
                    <a:pt x="8018" y="6276"/>
                  </a:lnTo>
                  <a:cubicBezTo>
                    <a:pt x="8018" y="5995"/>
                    <a:pt x="8159" y="5715"/>
                    <a:pt x="8406" y="5515"/>
                  </a:cubicBezTo>
                  <a:cubicBezTo>
                    <a:pt x="9129" y="4921"/>
                    <a:pt x="9539" y="4043"/>
                    <a:pt x="9539" y="3108"/>
                  </a:cubicBezTo>
                  <a:cubicBezTo>
                    <a:pt x="9539" y="1392"/>
                    <a:pt x="8136" y="0"/>
                    <a:pt x="6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8" name="Google Shape;1078;p42"/>
            <p:cNvSpPr/>
            <p:nvPr/>
          </p:nvSpPr>
          <p:spPr>
            <a:xfrm>
              <a:off x="3510913" y="3311725"/>
              <a:ext cx="40350" cy="20200"/>
            </a:xfrm>
            <a:custGeom>
              <a:avLst/>
              <a:gdLst/>
              <a:ahLst/>
              <a:cxnLst/>
              <a:rect l="l" t="t" r="r" b="b"/>
              <a:pathLst>
                <a:path w="1614" h="808" extrusionOk="0">
                  <a:moveTo>
                    <a:pt x="398" y="0"/>
                  </a:moveTo>
                  <a:cubicBezTo>
                    <a:pt x="177" y="0"/>
                    <a:pt x="0" y="177"/>
                    <a:pt x="0" y="398"/>
                  </a:cubicBezTo>
                  <a:cubicBezTo>
                    <a:pt x="0" y="620"/>
                    <a:pt x="177" y="808"/>
                    <a:pt x="398" y="808"/>
                  </a:cubicBezTo>
                  <a:lnTo>
                    <a:pt x="1206" y="808"/>
                  </a:lnTo>
                  <a:cubicBezTo>
                    <a:pt x="1428" y="808"/>
                    <a:pt x="1613" y="620"/>
                    <a:pt x="1613" y="398"/>
                  </a:cubicBezTo>
                  <a:cubicBezTo>
                    <a:pt x="1613" y="177"/>
                    <a:pt x="1428" y="0"/>
                    <a:pt x="1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9" name="Google Shape;1079;p42"/>
            <p:cNvSpPr/>
            <p:nvPr/>
          </p:nvSpPr>
          <p:spPr>
            <a:xfrm>
              <a:off x="3502763" y="3257725"/>
              <a:ext cx="40625" cy="30350"/>
            </a:xfrm>
            <a:custGeom>
              <a:avLst/>
              <a:gdLst/>
              <a:ahLst/>
              <a:cxnLst/>
              <a:rect l="l" t="t" r="r" b="b"/>
              <a:pathLst>
                <a:path w="1625" h="1214" extrusionOk="0">
                  <a:moveTo>
                    <a:pt x="1157" y="0"/>
                  </a:moveTo>
                  <a:cubicBezTo>
                    <a:pt x="1088" y="0"/>
                    <a:pt x="1020" y="18"/>
                    <a:pt x="957" y="56"/>
                  </a:cubicBezTo>
                  <a:lnTo>
                    <a:pt x="256" y="454"/>
                  </a:lnTo>
                  <a:cubicBezTo>
                    <a:pt x="60" y="572"/>
                    <a:pt x="1" y="816"/>
                    <a:pt x="104" y="1016"/>
                  </a:cubicBezTo>
                  <a:cubicBezTo>
                    <a:pt x="183" y="1141"/>
                    <a:pt x="317" y="1214"/>
                    <a:pt x="454" y="1214"/>
                  </a:cubicBezTo>
                  <a:cubicBezTo>
                    <a:pt x="522" y="1214"/>
                    <a:pt x="591" y="1195"/>
                    <a:pt x="654" y="1156"/>
                  </a:cubicBezTo>
                  <a:lnTo>
                    <a:pt x="1356" y="757"/>
                  </a:lnTo>
                  <a:cubicBezTo>
                    <a:pt x="1555" y="642"/>
                    <a:pt x="1625" y="396"/>
                    <a:pt x="1507" y="196"/>
                  </a:cubicBezTo>
                  <a:cubicBezTo>
                    <a:pt x="1430" y="73"/>
                    <a:pt x="1294" y="0"/>
                    <a:pt x="11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0" name="Google Shape;1080;p42"/>
            <p:cNvSpPr/>
            <p:nvPr/>
          </p:nvSpPr>
          <p:spPr>
            <a:xfrm>
              <a:off x="3502763" y="3355450"/>
              <a:ext cx="40625" cy="30375"/>
            </a:xfrm>
            <a:custGeom>
              <a:avLst/>
              <a:gdLst/>
              <a:ahLst/>
              <a:cxnLst/>
              <a:rect l="l" t="t" r="r" b="b"/>
              <a:pathLst>
                <a:path w="1625" h="1215" extrusionOk="0">
                  <a:moveTo>
                    <a:pt x="456" y="1"/>
                  </a:moveTo>
                  <a:cubicBezTo>
                    <a:pt x="319" y="1"/>
                    <a:pt x="183" y="70"/>
                    <a:pt x="104" y="204"/>
                  </a:cubicBezTo>
                  <a:cubicBezTo>
                    <a:pt x="1" y="392"/>
                    <a:pt x="60" y="650"/>
                    <a:pt x="256" y="753"/>
                  </a:cubicBezTo>
                  <a:lnTo>
                    <a:pt x="957" y="1163"/>
                  </a:lnTo>
                  <a:cubicBezTo>
                    <a:pt x="1019" y="1197"/>
                    <a:pt x="1088" y="1214"/>
                    <a:pt x="1156" y="1214"/>
                  </a:cubicBezTo>
                  <a:cubicBezTo>
                    <a:pt x="1294" y="1214"/>
                    <a:pt x="1430" y="1145"/>
                    <a:pt x="1507" y="1012"/>
                  </a:cubicBezTo>
                  <a:cubicBezTo>
                    <a:pt x="1625" y="812"/>
                    <a:pt x="1555" y="565"/>
                    <a:pt x="1356" y="462"/>
                  </a:cubicBezTo>
                  <a:lnTo>
                    <a:pt x="654" y="52"/>
                  </a:lnTo>
                  <a:cubicBezTo>
                    <a:pt x="592" y="18"/>
                    <a:pt x="524" y="1"/>
                    <a:pt x="4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1" name="Google Shape;1081;p42"/>
            <p:cNvSpPr/>
            <p:nvPr/>
          </p:nvSpPr>
          <p:spPr>
            <a:xfrm>
              <a:off x="3274838" y="3311725"/>
              <a:ext cx="40625" cy="20200"/>
            </a:xfrm>
            <a:custGeom>
              <a:avLst/>
              <a:gdLst/>
              <a:ahLst/>
              <a:cxnLst/>
              <a:rect l="l" t="t" r="r" b="b"/>
              <a:pathLst>
                <a:path w="1625" h="808" extrusionOk="0">
                  <a:moveTo>
                    <a:pt x="410" y="0"/>
                  </a:moveTo>
                  <a:cubicBezTo>
                    <a:pt x="186" y="0"/>
                    <a:pt x="0" y="177"/>
                    <a:pt x="0" y="398"/>
                  </a:cubicBezTo>
                  <a:cubicBezTo>
                    <a:pt x="0" y="620"/>
                    <a:pt x="186" y="808"/>
                    <a:pt x="410" y="808"/>
                  </a:cubicBezTo>
                  <a:lnTo>
                    <a:pt x="1215" y="808"/>
                  </a:lnTo>
                  <a:cubicBezTo>
                    <a:pt x="1437" y="808"/>
                    <a:pt x="1625" y="620"/>
                    <a:pt x="1625" y="398"/>
                  </a:cubicBezTo>
                  <a:cubicBezTo>
                    <a:pt x="1625" y="177"/>
                    <a:pt x="1437"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2" name="Google Shape;1082;p42"/>
            <p:cNvSpPr/>
            <p:nvPr/>
          </p:nvSpPr>
          <p:spPr>
            <a:xfrm>
              <a:off x="3282963" y="3257725"/>
              <a:ext cx="40700" cy="30350"/>
            </a:xfrm>
            <a:custGeom>
              <a:avLst/>
              <a:gdLst/>
              <a:ahLst/>
              <a:cxnLst/>
              <a:rect l="l" t="t" r="r" b="b"/>
              <a:pathLst>
                <a:path w="1628" h="1214" extrusionOk="0">
                  <a:moveTo>
                    <a:pt x="459" y="0"/>
                  </a:moveTo>
                  <a:cubicBezTo>
                    <a:pt x="321" y="0"/>
                    <a:pt x="186" y="73"/>
                    <a:pt x="107" y="196"/>
                  </a:cubicBezTo>
                  <a:cubicBezTo>
                    <a:pt x="1" y="396"/>
                    <a:pt x="60" y="642"/>
                    <a:pt x="259" y="757"/>
                  </a:cubicBezTo>
                  <a:lnTo>
                    <a:pt x="960" y="1156"/>
                  </a:lnTo>
                  <a:cubicBezTo>
                    <a:pt x="1023" y="1195"/>
                    <a:pt x="1093" y="1214"/>
                    <a:pt x="1163" y="1214"/>
                  </a:cubicBezTo>
                  <a:cubicBezTo>
                    <a:pt x="1302" y="1214"/>
                    <a:pt x="1439" y="1141"/>
                    <a:pt x="1510" y="1016"/>
                  </a:cubicBezTo>
                  <a:cubicBezTo>
                    <a:pt x="1628" y="816"/>
                    <a:pt x="1558" y="572"/>
                    <a:pt x="1359" y="454"/>
                  </a:cubicBezTo>
                  <a:lnTo>
                    <a:pt x="657" y="56"/>
                  </a:lnTo>
                  <a:cubicBezTo>
                    <a:pt x="595" y="18"/>
                    <a:pt x="526"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3" name="Google Shape;1083;p42"/>
            <p:cNvSpPr/>
            <p:nvPr/>
          </p:nvSpPr>
          <p:spPr>
            <a:xfrm>
              <a:off x="3282963" y="3355450"/>
              <a:ext cx="40700" cy="30375"/>
            </a:xfrm>
            <a:custGeom>
              <a:avLst/>
              <a:gdLst/>
              <a:ahLst/>
              <a:cxnLst/>
              <a:rect l="l" t="t" r="r" b="b"/>
              <a:pathLst>
                <a:path w="1628" h="1215" extrusionOk="0">
                  <a:moveTo>
                    <a:pt x="1161" y="1"/>
                  </a:moveTo>
                  <a:cubicBezTo>
                    <a:pt x="1092" y="1"/>
                    <a:pt x="1022" y="18"/>
                    <a:pt x="960" y="52"/>
                  </a:cubicBezTo>
                  <a:lnTo>
                    <a:pt x="259" y="462"/>
                  </a:lnTo>
                  <a:cubicBezTo>
                    <a:pt x="60" y="565"/>
                    <a:pt x="1" y="812"/>
                    <a:pt x="107" y="1012"/>
                  </a:cubicBezTo>
                  <a:cubicBezTo>
                    <a:pt x="186" y="1145"/>
                    <a:pt x="322" y="1214"/>
                    <a:pt x="459" y="1214"/>
                  </a:cubicBezTo>
                  <a:cubicBezTo>
                    <a:pt x="527" y="1214"/>
                    <a:pt x="595" y="1197"/>
                    <a:pt x="657" y="1163"/>
                  </a:cubicBezTo>
                  <a:lnTo>
                    <a:pt x="1359" y="753"/>
                  </a:lnTo>
                  <a:cubicBezTo>
                    <a:pt x="1558" y="650"/>
                    <a:pt x="1628" y="392"/>
                    <a:pt x="1510" y="204"/>
                  </a:cubicBezTo>
                  <a:cubicBezTo>
                    <a:pt x="1439" y="70"/>
                    <a:pt x="1301" y="1"/>
                    <a:pt x="11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84" name="Google Shape;1084;p42"/>
          <p:cNvGrpSpPr/>
          <p:nvPr/>
        </p:nvGrpSpPr>
        <p:grpSpPr>
          <a:xfrm>
            <a:off x="3402325" y="3127300"/>
            <a:ext cx="345075" cy="345150"/>
            <a:chOff x="4007438" y="3243975"/>
            <a:chExt cx="345075" cy="345150"/>
          </a:xfrm>
        </p:grpSpPr>
        <p:sp>
          <p:nvSpPr>
            <p:cNvPr id="1085" name="Google Shape;1085;p42"/>
            <p:cNvSpPr/>
            <p:nvPr/>
          </p:nvSpPr>
          <p:spPr>
            <a:xfrm>
              <a:off x="4311888" y="3351750"/>
              <a:ext cx="40625" cy="20525"/>
            </a:xfrm>
            <a:custGeom>
              <a:avLst/>
              <a:gdLst/>
              <a:ahLst/>
              <a:cxnLst/>
              <a:rect l="l" t="t" r="r" b="b"/>
              <a:pathLst>
                <a:path w="1625" h="821" extrusionOk="0">
                  <a:moveTo>
                    <a:pt x="410" y="1"/>
                  </a:moveTo>
                  <a:cubicBezTo>
                    <a:pt x="189" y="1"/>
                    <a:pt x="1" y="189"/>
                    <a:pt x="1" y="410"/>
                  </a:cubicBezTo>
                  <a:cubicBezTo>
                    <a:pt x="1" y="632"/>
                    <a:pt x="189" y="820"/>
                    <a:pt x="410" y="820"/>
                  </a:cubicBezTo>
                  <a:lnTo>
                    <a:pt x="1218" y="820"/>
                  </a:lnTo>
                  <a:cubicBezTo>
                    <a:pt x="1440" y="820"/>
                    <a:pt x="1625" y="632"/>
                    <a:pt x="1625" y="410"/>
                  </a:cubicBezTo>
                  <a:cubicBezTo>
                    <a:pt x="1625" y="189"/>
                    <a:pt x="1440" y="1"/>
                    <a:pt x="1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6" name="Google Shape;1086;p42"/>
            <p:cNvSpPr/>
            <p:nvPr/>
          </p:nvSpPr>
          <p:spPr>
            <a:xfrm>
              <a:off x="4303763" y="3284525"/>
              <a:ext cx="40625" cy="30275"/>
            </a:xfrm>
            <a:custGeom>
              <a:avLst/>
              <a:gdLst/>
              <a:ahLst/>
              <a:cxnLst/>
              <a:rect l="l" t="t" r="r" b="b"/>
              <a:pathLst>
                <a:path w="1625" h="1211" extrusionOk="0">
                  <a:moveTo>
                    <a:pt x="1156" y="0"/>
                  </a:moveTo>
                  <a:cubicBezTo>
                    <a:pt x="1089" y="0"/>
                    <a:pt x="1020" y="16"/>
                    <a:pt x="957" y="50"/>
                  </a:cubicBezTo>
                  <a:lnTo>
                    <a:pt x="256" y="457"/>
                  </a:lnTo>
                  <a:cubicBezTo>
                    <a:pt x="70" y="575"/>
                    <a:pt x="0" y="822"/>
                    <a:pt x="115" y="1007"/>
                  </a:cubicBezTo>
                  <a:cubicBezTo>
                    <a:pt x="187" y="1140"/>
                    <a:pt x="320" y="1211"/>
                    <a:pt x="460" y="1211"/>
                  </a:cubicBezTo>
                  <a:cubicBezTo>
                    <a:pt x="529" y="1211"/>
                    <a:pt x="599" y="1193"/>
                    <a:pt x="665" y="1158"/>
                  </a:cubicBezTo>
                  <a:lnTo>
                    <a:pt x="1366" y="751"/>
                  </a:lnTo>
                  <a:cubicBezTo>
                    <a:pt x="1554" y="645"/>
                    <a:pt x="1625" y="401"/>
                    <a:pt x="1518" y="202"/>
                  </a:cubicBezTo>
                  <a:cubicBezTo>
                    <a:pt x="1440" y="74"/>
                    <a:pt x="1300" y="0"/>
                    <a:pt x="11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7" name="Google Shape;1087;p42"/>
            <p:cNvSpPr/>
            <p:nvPr/>
          </p:nvSpPr>
          <p:spPr>
            <a:xfrm>
              <a:off x="4303763" y="3409225"/>
              <a:ext cx="40625" cy="30375"/>
            </a:xfrm>
            <a:custGeom>
              <a:avLst/>
              <a:gdLst/>
              <a:ahLst/>
              <a:cxnLst/>
              <a:rect l="l" t="t" r="r" b="b"/>
              <a:pathLst>
                <a:path w="1625" h="1215" extrusionOk="0">
                  <a:moveTo>
                    <a:pt x="460" y="0"/>
                  </a:moveTo>
                  <a:cubicBezTo>
                    <a:pt x="320" y="0"/>
                    <a:pt x="187" y="71"/>
                    <a:pt x="115" y="204"/>
                  </a:cubicBezTo>
                  <a:cubicBezTo>
                    <a:pt x="0" y="392"/>
                    <a:pt x="70" y="636"/>
                    <a:pt x="256" y="754"/>
                  </a:cubicBezTo>
                  <a:lnTo>
                    <a:pt x="957" y="1164"/>
                  </a:lnTo>
                  <a:cubicBezTo>
                    <a:pt x="1022" y="1198"/>
                    <a:pt x="1092" y="1214"/>
                    <a:pt x="1161" y="1214"/>
                  </a:cubicBezTo>
                  <a:cubicBezTo>
                    <a:pt x="1303" y="1214"/>
                    <a:pt x="1440" y="1144"/>
                    <a:pt x="1518" y="1009"/>
                  </a:cubicBezTo>
                  <a:cubicBezTo>
                    <a:pt x="1625" y="813"/>
                    <a:pt x="1554" y="566"/>
                    <a:pt x="1366" y="462"/>
                  </a:cubicBezTo>
                  <a:lnTo>
                    <a:pt x="665" y="53"/>
                  </a:lnTo>
                  <a:cubicBezTo>
                    <a:pt x="599" y="18"/>
                    <a:pt x="52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8" name="Google Shape;1088;p42"/>
            <p:cNvSpPr/>
            <p:nvPr/>
          </p:nvSpPr>
          <p:spPr>
            <a:xfrm>
              <a:off x="4007438" y="3351750"/>
              <a:ext cx="40350" cy="20525"/>
            </a:xfrm>
            <a:custGeom>
              <a:avLst/>
              <a:gdLst/>
              <a:ahLst/>
              <a:cxnLst/>
              <a:rect l="l" t="t" r="r" b="b"/>
              <a:pathLst>
                <a:path w="1614" h="821" extrusionOk="0">
                  <a:moveTo>
                    <a:pt x="396" y="1"/>
                  </a:moveTo>
                  <a:cubicBezTo>
                    <a:pt x="175" y="1"/>
                    <a:pt x="1" y="189"/>
                    <a:pt x="1" y="410"/>
                  </a:cubicBezTo>
                  <a:cubicBezTo>
                    <a:pt x="1" y="632"/>
                    <a:pt x="175" y="820"/>
                    <a:pt x="396" y="820"/>
                  </a:cubicBezTo>
                  <a:lnTo>
                    <a:pt x="1204" y="820"/>
                  </a:lnTo>
                  <a:cubicBezTo>
                    <a:pt x="1426" y="820"/>
                    <a:pt x="1614" y="632"/>
                    <a:pt x="1614" y="410"/>
                  </a:cubicBezTo>
                  <a:cubicBezTo>
                    <a:pt x="1614" y="189"/>
                    <a:pt x="1426" y="1"/>
                    <a:pt x="1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9" name="Google Shape;1089;p42"/>
            <p:cNvSpPr/>
            <p:nvPr/>
          </p:nvSpPr>
          <p:spPr>
            <a:xfrm>
              <a:off x="4015288" y="3284525"/>
              <a:ext cx="40650" cy="30275"/>
            </a:xfrm>
            <a:custGeom>
              <a:avLst/>
              <a:gdLst/>
              <a:ahLst/>
              <a:cxnLst/>
              <a:rect l="l" t="t" r="r" b="b"/>
              <a:pathLst>
                <a:path w="1626" h="1211" extrusionOk="0">
                  <a:moveTo>
                    <a:pt x="470" y="0"/>
                  </a:moveTo>
                  <a:cubicBezTo>
                    <a:pt x="327" y="0"/>
                    <a:pt x="190" y="74"/>
                    <a:pt x="119" y="202"/>
                  </a:cubicBezTo>
                  <a:cubicBezTo>
                    <a:pt x="1" y="401"/>
                    <a:pt x="71" y="645"/>
                    <a:pt x="259" y="751"/>
                  </a:cubicBezTo>
                  <a:lnTo>
                    <a:pt x="960" y="1158"/>
                  </a:lnTo>
                  <a:cubicBezTo>
                    <a:pt x="1026" y="1193"/>
                    <a:pt x="1097" y="1211"/>
                    <a:pt x="1166" y="1211"/>
                  </a:cubicBezTo>
                  <a:cubicBezTo>
                    <a:pt x="1306" y="1211"/>
                    <a:pt x="1439" y="1140"/>
                    <a:pt x="1510" y="1007"/>
                  </a:cubicBezTo>
                  <a:cubicBezTo>
                    <a:pt x="1625" y="822"/>
                    <a:pt x="1555" y="575"/>
                    <a:pt x="1370" y="457"/>
                  </a:cubicBezTo>
                  <a:lnTo>
                    <a:pt x="669" y="50"/>
                  </a:lnTo>
                  <a:cubicBezTo>
                    <a:pt x="605" y="16"/>
                    <a:pt x="537" y="0"/>
                    <a:pt x="4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0" name="Google Shape;1090;p42"/>
            <p:cNvSpPr/>
            <p:nvPr/>
          </p:nvSpPr>
          <p:spPr>
            <a:xfrm>
              <a:off x="4015288" y="3409225"/>
              <a:ext cx="40650" cy="30375"/>
            </a:xfrm>
            <a:custGeom>
              <a:avLst/>
              <a:gdLst/>
              <a:ahLst/>
              <a:cxnLst/>
              <a:rect l="l" t="t" r="r" b="b"/>
              <a:pathLst>
                <a:path w="1626" h="1215" extrusionOk="0">
                  <a:moveTo>
                    <a:pt x="1166" y="0"/>
                  </a:moveTo>
                  <a:cubicBezTo>
                    <a:pt x="1097" y="0"/>
                    <a:pt x="1026" y="18"/>
                    <a:pt x="960" y="53"/>
                  </a:cubicBezTo>
                  <a:lnTo>
                    <a:pt x="259" y="462"/>
                  </a:lnTo>
                  <a:cubicBezTo>
                    <a:pt x="71" y="566"/>
                    <a:pt x="1" y="813"/>
                    <a:pt x="119" y="1009"/>
                  </a:cubicBezTo>
                  <a:cubicBezTo>
                    <a:pt x="189" y="1144"/>
                    <a:pt x="324" y="1214"/>
                    <a:pt x="465" y="1214"/>
                  </a:cubicBezTo>
                  <a:cubicBezTo>
                    <a:pt x="534" y="1214"/>
                    <a:pt x="604" y="1198"/>
                    <a:pt x="669" y="1164"/>
                  </a:cubicBezTo>
                  <a:lnTo>
                    <a:pt x="1370" y="754"/>
                  </a:lnTo>
                  <a:cubicBezTo>
                    <a:pt x="1555" y="636"/>
                    <a:pt x="1625" y="392"/>
                    <a:pt x="1510" y="204"/>
                  </a:cubicBezTo>
                  <a:cubicBezTo>
                    <a:pt x="1439" y="71"/>
                    <a:pt x="1306" y="0"/>
                    <a:pt x="1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1" name="Google Shape;1091;p42"/>
            <p:cNvSpPr/>
            <p:nvPr/>
          </p:nvSpPr>
          <p:spPr>
            <a:xfrm>
              <a:off x="4061788" y="3243975"/>
              <a:ext cx="235825" cy="345150"/>
            </a:xfrm>
            <a:custGeom>
              <a:avLst/>
              <a:gdLst/>
              <a:ahLst/>
              <a:cxnLst/>
              <a:rect l="l" t="t" r="r" b="b"/>
              <a:pathLst>
                <a:path w="9433" h="13806" extrusionOk="0">
                  <a:moveTo>
                    <a:pt x="4722" y="2595"/>
                  </a:moveTo>
                  <a:lnTo>
                    <a:pt x="4815" y="2688"/>
                  </a:lnTo>
                  <a:cubicBezTo>
                    <a:pt x="5295" y="3167"/>
                    <a:pt x="5295" y="3939"/>
                    <a:pt x="4815" y="4407"/>
                  </a:cubicBezTo>
                  <a:lnTo>
                    <a:pt x="4722" y="4500"/>
                  </a:lnTo>
                  <a:lnTo>
                    <a:pt x="4630" y="4407"/>
                  </a:lnTo>
                  <a:cubicBezTo>
                    <a:pt x="4150" y="3939"/>
                    <a:pt x="4150" y="3167"/>
                    <a:pt x="4630" y="2688"/>
                  </a:cubicBezTo>
                  <a:lnTo>
                    <a:pt x="4722" y="2595"/>
                  </a:lnTo>
                  <a:close/>
                  <a:moveTo>
                    <a:pt x="3098" y="5936"/>
                  </a:moveTo>
                  <a:cubicBezTo>
                    <a:pt x="3763" y="5936"/>
                    <a:pt x="4313" y="6475"/>
                    <a:pt x="4313" y="7154"/>
                  </a:cubicBezTo>
                  <a:lnTo>
                    <a:pt x="4313" y="7283"/>
                  </a:lnTo>
                  <a:lnTo>
                    <a:pt x="4172" y="7283"/>
                  </a:lnTo>
                  <a:cubicBezTo>
                    <a:pt x="3508" y="7283"/>
                    <a:pt x="2969" y="6744"/>
                    <a:pt x="2969" y="6065"/>
                  </a:cubicBezTo>
                  <a:lnTo>
                    <a:pt x="2969" y="5936"/>
                  </a:lnTo>
                  <a:close/>
                  <a:moveTo>
                    <a:pt x="6464" y="5936"/>
                  </a:moveTo>
                  <a:lnTo>
                    <a:pt x="6464" y="6065"/>
                  </a:lnTo>
                  <a:cubicBezTo>
                    <a:pt x="6464" y="6744"/>
                    <a:pt x="5926" y="7283"/>
                    <a:pt x="5261" y="7283"/>
                  </a:cubicBezTo>
                  <a:lnTo>
                    <a:pt x="5121" y="7283"/>
                  </a:lnTo>
                  <a:lnTo>
                    <a:pt x="5121" y="7154"/>
                  </a:lnTo>
                  <a:cubicBezTo>
                    <a:pt x="5121" y="6475"/>
                    <a:pt x="5668" y="5936"/>
                    <a:pt x="6335" y="5936"/>
                  </a:cubicBezTo>
                  <a:close/>
                  <a:moveTo>
                    <a:pt x="4722" y="816"/>
                  </a:moveTo>
                  <a:cubicBezTo>
                    <a:pt x="6874" y="816"/>
                    <a:pt x="8627" y="2570"/>
                    <a:pt x="8627" y="4721"/>
                  </a:cubicBezTo>
                  <a:cubicBezTo>
                    <a:pt x="8627" y="5844"/>
                    <a:pt x="8148" y="6907"/>
                    <a:pt x="7306" y="7645"/>
                  </a:cubicBezTo>
                  <a:cubicBezTo>
                    <a:pt x="6708" y="8180"/>
                    <a:pt x="6324" y="8918"/>
                    <a:pt x="6229" y="9712"/>
                  </a:cubicBezTo>
                  <a:lnTo>
                    <a:pt x="5121" y="9712"/>
                  </a:lnTo>
                  <a:lnTo>
                    <a:pt x="5121" y="8088"/>
                  </a:lnTo>
                  <a:lnTo>
                    <a:pt x="5261" y="8088"/>
                  </a:lnTo>
                  <a:cubicBezTo>
                    <a:pt x="6369" y="8088"/>
                    <a:pt x="7281" y="7187"/>
                    <a:pt x="7281" y="6065"/>
                  </a:cubicBezTo>
                  <a:lnTo>
                    <a:pt x="7281" y="5529"/>
                  </a:lnTo>
                  <a:cubicBezTo>
                    <a:pt x="7281" y="5305"/>
                    <a:pt x="7096" y="5131"/>
                    <a:pt x="6874" y="5131"/>
                  </a:cubicBezTo>
                  <a:lnTo>
                    <a:pt x="6335" y="5131"/>
                  </a:lnTo>
                  <a:cubicBezTo>
                    <a:pt x="5878" y="5131"/>
                    <a:pt x="5457" y="5283"/>
                    <a:pt x="5121" y="5529"/>
                  </a:cubicBezTo>
                  <a:lnTo>
                    <a:pt x="5121" y="5249"/>
                  </a:lnTo>
                  <a:lnTo>
                    <a:pt x="5387" y="4980"/>
                  </a:lnTo>
                  <a:cubicBezTo>
                    <a:pt x="6173" y="4197"/>
                    <a:pt x="6173" y="2909"/>
                    <a:pt x="5387" y="2127"/>
                  </a:cubicBezTo>
                  <a:lnTo>
                    <a:pt x="5003" y="1742"/>
                  </a:lnTo>
                  <a:cubicBezTo>
                    <a:pt x="4921" y="1659"/>
                    <a:pt x="4819" y="1618"/>
                    <a:pt x="4717" y="1618"/>
                  </a:cubicBezTo>
                  <a:cubicBezTo>
                    <a:pt x="4614" y="1618"/>
                    <a:pt x="4512" y="1659"/>
                    <a:pt x="4430" y="1742"/>
                  </a:cubicBezTo>
                  <a:lnTo>
                    <a:pt x="4043" y="2127"/>
                  </a:lnTo>
                  <a:cubicBezTo>
                    <a:pt x="3261" y="2909"/>
                    <a:pt x="3261" y="4197"/>
                    <a:pt x="4043" y="4980"/>
                  </a:cubicBezTo>
                  <a:lnTo>
                    <a:pt x="4313" y="5249"/>
                  </a:lnTo>
                  <a:lnTo>
                    <a:pt x="4313" y="5529"/>
                  </a:lnTo>
                  <a:cubicBezTo>
                    <a:pt x="3973" y="5283"/>
                    <a:pt x="3552" y="5131"/>
                    <a:pt x="3098" y="5131"/>
                  </a:cubicBezTo>
                  <a:lnTo>
                    <a:pt x="2559" y="5131"/>
                  </a:lnTo>
                  <a:cubicBezTo>
                    <a:pt x="2338" y="5131"/>
                    <a:pt x="2150" y="5305"/>
                    <a:pt x="2150" y="5529"/>
                  </a:cubicBezTo>
                  <a:lnTo>
                    <a:pt x="2150" y="6065"/>
                  </a:lnTo>
                  <a:cubicBezTo>
                    <a:pt x="2150" y="7187"/>
                    <a:pt x="3061" y="8088"/>
                    <a:pt x="4172" y="8088"/>
                  </a:cubicBezTo>
                  <a:lnTo>
                    <a:pt x="4313" y="8088"/>
                  </a:lnTo>
                  <a:lnTo>
                    <a:pt x="4313" y="9712"/>
                  </a:lnTo>
                  <a:lnTo>
                    <a:pt x="3213" y="9712"/>
                  </a:lnTo>
                  <a:cubicBezTo>
                    <a:pt x="3109" y="8918"/>
                    <a:pt x="2722" y="8180"/>
                    <a:pt x="2127" y="7645"/>
                  </a:cubicBezTo>
                  <a:cubicBezTo>
                    <a:pt x="1286" y="6907"/>
                    <a:pt x="806" y="5844"/>
                    <a:pt x="806" y="4721"/>
                  </a:cubicBezTo>
                  <a:cubicBezTo>
                    <a:pt x="806" y="2570"/>
                    <a:pt x="2559" y="816"/>
                    <a:pt x="4722" y="816"/>
                  </a:cubicBezTo>
                  <a:close/>
                  <a:moveTo>
                    <a:pt x="6195" y="10520"/>
                  </a:moveTo>
                  <a:lnTo>
                    <a:pt x="6195" y="11244"/>
                  </a:lnTo>
                  <a:cubicBezTo>
                    <a:pt x="6195" y="11325"/>
                    <a:pt x="6136" y="11384"/>
                    <a:pt x="6066" y="11384"/>
                  </a:cubicBezTo>
                  <a:lnTo>
                    <a:pt x="3367" y="11384"/>
                  </a:lnTo>
                  <a:cubicBezTo>
                    <a:pt x="3297" y="11384"/>
                    <a:pt x="3238" y="11325"/>
                    <a:pt x="3238" y="11244"/>
                  </a:cubicBezTo>
                  <a:lnTo>
                    <a:pt x="3238" y="10520"/>
                  </a:lnTo>
                  <a:close/>
                  <a:moveTo>
                    <a:pt x="5656" y="12192"/>
                  </a:moveTo>
                  <a:lnTo>
                    <a:pt x="5656" y="12599"/>
                  </a:lnTo>
                  <a:cubicBezTo>
                    <a:pt x="5656" y="12823"/>
                    <a:pt x="5482" y="12997"/>
                    <a:pt x="5261" y="12997"/>
                  </a:cubicBezTo>
                  <a:lnTo>
                    <a:pt x="4172" y="12997"/>
                  </a:lnTo>
                  <a:cubicBezTo>
                    <a:pt x="3951" y="12997"/>
                    <a:pt x="3774" y="12823"/>
                    <a:pt x="3774" y="12599"/>
                  </a:cubicBezTo>
                  <a:lnTo>
                    <a:pt x="3774" y="12192"/>
                  </a:lnTo>
                  <a:close/>
                  <a:moveTo>
                    <a:pt x="4722" y="0"/>
                  </a:moveTo>
                  <a:cubicBezTo>
                    <a:pt x="2116" y="0"/>
                    <a:pt x="1" y="2115"/>
                    <a:pt x="1" y="4721"/>
                  </a:cubicBezTo>
                  <a:cubicBezTo>
                    <a:pt x="1" y="6065"/>
                    <a:pt x="573" y="7353"/>
                    <a:pt x="1589" y="8251"/>
                  </a:cubicBezTo>
                  <a:cubicBezTo>
                    <a:pt x="2116" y="8719"/>
                    <a:pt x="2419" y="9398"/>
                    <a:pt x="2419" y="10110"/>
                  </a:cubicBezTo>
                  <a:lnTo>
                    <a:pt x="2419" y="11244"/>
                  </a:lnTo>
                  <a:cubicBezTo>
                    <a:pt x="2419" y="11617"/>
                    <a:pt x="2641" y="11945"/>
                    <a:pt x="2969" y="12097"/>
                  </a:cubicBezTo>
                  <a:lnTo>
                    <a:pt x="2969" y="12599"/>
                  </a:lnTo>
                  <a:cubicBezTo>
                    <a:pt x="2969" y="13266"/>
                    <a:pt x="3508" y="13805"/>
                    <a:pt x="4172" y="13805"/>
                  </a:cubicBezTo>
                  <a:lnTo>
                    <a:pt x="5261" y="13805"/>
                  </a:lnTo>
                  <a:cubicBezTo>
                    <a:pt x="5926" y="13805"/>
                    <a:pt x="6464" y="13266"/>
                    <a:pt x="6464" y="12599"/>
                  </a:cubicBezTo>
                  <a:lnTo>
                    <a:pt x="6464" y="12097"/>
                  </a:lnTo>
                  <a:cubicBezTo>
                    <a:pt x="6790" y="11945"/>
                    <a:pt x="7014" y="11617"/>
                    <a:pt x="7014" y="11244"/>
                  </a:cubicBezTo>
                  <a:lnTo>
                    <a:pt x="7014" y="10110"/>
                  </a:lnTo>
                  <a:cubicBezTo>
                    <a:pt x="7014" y="9398"/>
                    <a:pt x="7317" y="8719"/>
                    <a:pt x="7842" y="8251"/>
                  </a:cubicBezTo>
                  <a:cubicBezTo>
                    <a:pt x="8860" y="7353"/>
                    <a:pt x="9432" y="6065"/>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92" name="Google Shape;1092;p42"/>
          <p:cNvGrpSpPr/>
          <p:nvPr/>
        </p:nvGrpSpPr>
        <p:grpSpPr>
          <a:xfrm>
            <a:off x="7330138" y="1267750"/>
            <a:ext cx="345150" cy="344800"/>
            <a:chOff x="5512088" y="2681150"/>
            <a:chExt cx="345150" cy="344800"/>
          </a:xfrm>
        </p:grpSpPr>
        <p:sp>
          <p:nvSpPr>
            <p:cNvPr id="1093" name="Google Shape;1093;p42"/>
            <p:cNvSpPr/>
            <p:nvPr/>
          </p:nvSpPr>
          <p:spPr>
            <a:xfrm>
              <a:off x="5512088" y="2681150"/>
              <a:ext cx="345150" cy="344800"/>
            </a:xfrm>
            <a:custGeom>
              <a:avLst/>
              <a:gdLst/>
              <a:ahLst/>
              <a:cxnLst/>
              <a:rect l="l" t="t" r="r" b="b"/>
              <a:pathLst>
                <a:path w="13806" h="13792" extrusionOk="0">
                  <a:moveTo>
                    <a:pt x="6896" y="806"/>
                  </a:moveTo>
                  <a:cubicBezTo>
                    <a:pt x="8158" y="806"/>
                    <a:pt x="9188" y="1835"/>
                    <a:pt x="9188" y="3098"/>
                  </a:cubicBezTo>
                  <a:cubicBezTo>
                    <a:pt x="9188" y="3776"/>
                    <a:pt x="8882" y="4419"/>
                    <a:pt x="8357" y="4862"/>
                  </a:cubicBezTo>
                  <a:cubicBezTo>
                    <a:pt x="8018" y="5143"/>
                    <a:pt x="7785" y="5516"/>
                    <a:pt x="7704" y="5925"/>
                  </a:cubicBezTo>
                  <a:lnTo>
                    <a:pt x="7305" y="5925"/>
                  </a:lnTo>
                  <a:lnTo>
                    <a:pt x="7305" y="3799"/>
                  </a:lnTo>
                  <a:lnTo>
                    <a:pt x="7984" y="3120"/>
                  </a:lnTo>
                  <a:cubicBezTo>
                    <a:pt x="8136" y="2969"/>
                    <a:pt x="8158" y="2736"/>
                    <a:pt x="8029" y="2570"/>
                  </a:cubicBezTo>
                  <a:cubicBezTo>
                    <a:pt x="7948" y="2472"/>
                    <a:pt x="7831" y="2422"/>
                    <a:pt x="7713" y="2422"/>
                  </a:cubicBezTo>
                  <a:cubicBezTo>
                    <a:pt x="7609" y="2422"/>
                    <a:pt x="7504" y="2460"/>
                    <a:pt x="7423" y="2537"/>
                  </a:cubicBezTo>
                  <a:lnTo>
                    <a:pt x="6896" y="3061"/>
                  </a:lnTo>
                  <a:lnTo>
                    <a:pt x="6382" y="2537"/>
                  </a:lnTo>
                  <a:cubicBezTo>
                    <a:pt x="6300" y="2460"/>
                    <a:pt x="6194" y="2422"/>
                    <a:pt x="6090" y="2422"/>
                  </a:cubicBezTo>
                  <a:cubicBezTo>
                    <a:pt x="5971" y="2422"/>
                    <a:pt x="5854" y="2472"/>
                    <a:pt x="5773" y="2570"/>
                  </a:cubicBezTo>
                  <a:cubicBezTo>
                    <a:pt x="5644" y="2736"/>
                    <a:pt x="5670" y="2969"/>
                    <a:pt x="5810" y="3120"/>
                  </a:cubicBezTo>
                  <a:lnTo>
                    <a:pt x="6497" y="3799"/>
                  </a:lnTo>
                  <a:lnTo>
                    <a:pt x="6497" y="5925"/>
                  </a:lnTo>
                  <a:lnTo>
                    <a:pt x="6090" y="5925"/>
                  </a:lnTo>
                  <a:cubicBezTo>
                    <a:pt x="6006" y="5516"/>
                    <a:pt x="5785" y="5143"/>
                    <a:pt x="5445" y="4862"/>
                  </a:cubicBezTo>
                  <a:cubicBezTo>
                    <a:pt x="4909" y="4419"/>
                    <a:pt x="4604" y="3776"/>
                    <a:pt x="4604" y="3098"/>
                  </a:cubicBezTo>
                  <a:cubicBezTo>
                    <a:pt x="4604" y="1835"/>
                    <a:pt x="5633" y="806"/>
                    <a:pt x="6896" y="806"/>
                  </a:cubicBezTo>
                  <a:close/>
                  <a:moveTo>
                    <a:pt x="7678" y="6733"/>
                  </a:moveTo>
                  <a:lnTo>
                    <a:pt x="7678" y="7409"/>
                  </a:lnTo>
                  <a:cubicBezTo>
                    <a:pt x="7678" y="7480"/>
                    <a:pt x="7619" y="7538"/>
                    <a:pt x="7549" y="7538"/>
                  </a:cubicBezTo>
                  <a:lnTo>
                    <a:pt x="6253" y="7538"/>
                  </a:lnTo>
                  <a:cubicBezTo>
                    <a:pt x="6183" y="7538"/>
                    <a:pt x="6113" y="7480"/>
                    <a:pt x="6113" y="7409"/>
                  </a:cubicBezTo>
                  <a:lnTo>
                    <a:pt x="6113" y="6733"/>
                  </a:lnTo>
                  <a:close/>
                  <a:moveTo>
                    <a:pt x="2023" y="11772"/>
                  </a:moveTo>
                  <a:lnTo>
                    <a:pt x="2023" y="12986"/>
                  </a:lnTo>
                  <a:lnTo>
                    <a:pt x="805" y="12986"/>
                  </a:lnTo>
                  <a:lnTo>
                    <a:pt x="805" y="11772"/>
                  </a:lnTo>
                  <a:close/>
                  <a:moveTo>
                    <a:pt x="5692" y="11772"/>
                  </a:moveTo>
                  <a:lnTo>
                    <a:pt x="5692" y="12986"/>
                  </a:lnTo>
                  <a:lnTo>
                    <a:pt x="4477" y="12986"/>
                  </a:lnTo>
                  <a:lnTo>
                    <a:pt x="4477" y="11772"/>
                  </a:lnTo>
                  <a:close/>
                  <a:moveTo>
                    <a:pt x="9350" y="11772"/>
                  </a:moveTo>
                  <a:lnTo>
                    <a:pt x="9350" y="12986"/>
                  </a:lnTo>
                  <a:lnTo>
                    <a:pt x="8136" y="12986"/>
                  </a:lnTo>
                  <a:lnTo>
                    <a:pt x="8136" y="11772"/>
                  </a:lnTo>
                  <a:close/>
                  <a:moveTo>
                    <a:pt x="12997" y="11772"/>
                  </a:moveTo>
                  <a:lnTo>
                    <a:pt x="12997" y="12986"/>
                  </a:lnTo>
                  <a:lnTo>
                    <a:pt x="11782" y="12986"/>
                  </a:lnTo>
                  <a:lnTo>
                    <a:pt x="11782" y="11772"/>
                  </a:lnTo>
                  <a:close/>
                  <a:moveTo>
                    <a:pt x="6896" y="1"/>
                  </a:moveTo>
                  <a:cubicBezTo>
                    <a:pt x="5179" y="1"/>
                    <a:pt x="3787" y="1392"/>
                    <a:pt x="3787" y="3098"/>
                  </a:cubicBezTo>
                  <a:cubicBezTo>
                    <a:pt x="3787" y="4021"/>
                    <a:pt x="4197" y="4899"/>
                    <a:pt x="4921" y="5482"/>
                  </a:cubicBezTo>
                  <a:cubicBezTo>
                    <a:pt x="5165" y="5693"/>
                    <a:pt x="5305" y="5973"/>
                    <a:pt x="5305" y="6254"/>
                  </a:cubicBezTo>
                  <a:lnTo>
                    <a:pt x="5305" y="7409"/>
                  </a:lnTo>
                  <a:cubicBezTo>
                    <a:pt x="5305" y="7926"/>
                    <a:pt x="5726" y="8358"/>
                    <a:pt x="6253" y="8358"/>
                  </a:cubicBezTo>
                  <a:lnTo>
                    <a:pt x="6497" y="8358"/>
                  </a:lnTo>
                  <a:lnTo>
                    <a:pt x="6497" y="9188"/>
                  </a:lnTo>
                  <a:lnTo>
                    <a:pt x="1425" y="9188"/>
                  </a:lnTo>
                  <a:cubicBezTo>
                    <a:pt x="1204" y="9188"/>
                    <a:pt x="1027" y="9373"/>
                    <a:pt x="1027" y="9598"/>
                  </a:cubicBezTo>
                  <a:lnTo>
                    <a:pt x="1027" y="10964"/>
                  </a:lnTo>
                  <a:lnTo>
                    <a:pt x="396" y="10964"/>
                  </a:lnTo>
                  <a:cubicBezTo>
                    <a:pt x="174" y="10964"/>
                    <a:pt x="0" y="11152"/>
                    <a:pt x="0" y="11373"/>
                  </a:cubicBezTo>
                  <a:lnTo>
                    <a:pt x="0" y="13396"/>
                  </a:lnTo>
                  <a:cubicBezTo>
                    <a:pt x="0" y="13618"/>
                    <a:pt x="174" y="13791"/>
                    <a:pt x="396" y="13791"/>
                  </a:cubicBezTo>
                  <a:lnTo>
                    <a:pt x="2418" y="13791"/>
                  </a:lnTo>
                  <a:cubicBezTo>
                    <a:pt x="2654" y="13791"/>
                    <a:pt x="2828" y="13618"/>
                    <a:pt x="2828" y="13396"/>
                  </a:cubicBezTo>
                  <a:lnTo>
                    <a:pt x="2828" y="11373"/>
                  </a:lnTo>
                  <a:cubicBezTo>
                    <a:pt x="2828" y="11152"/>
                    <a:pt x="2654" y="10964"/>
                    <a:pt x="2418" y="10964"/>
                  </a:cubicBezTo>
                  <a:lnTo>
                    <a:pt x="1835" y="10964"/>
                  </a:lnTo>
                  <a:lnTo>
                    <a:pt x="1835" y="9993"/>
                  </a:lnTo>
                  <a:lnTo>
                    <a:pt x="4688" y="9993"/>
                  </a:lnTo>
                  <a:lnTo>
                    <a:pt x="4688" y="10964"/>
                  </a:lnTo>
                  <a:lnTo>
                    <a:pt x="4068" y="10964"/>
                  </a:lnTo>
                  <a:cubicBezTo>
                    <a:pt x="3846" y="10964"/>
                    <a:pt x="3669" y="11152"/>
                    <a:pt x="3669" y="11373"/>
                  </a:cubicBezTo>
                  <a:lnTo>
                    <a:pt x="3669" y="13396"/>
                  </a:lnTo>
                  <a:cubicBezTo>
                    <a:pt x="3669" y="13618"/>
                    <a:pt x="3846" y="13791"/>
                    <a:pt x="4068" y="13791"/>
                  </a:cubicBezTo>
                  <a:lnTo>
                    <a:pt x="6090" y="13791"/>
                  </a:lnTo>
                  <a:cubicBezTo>
                    <a:pt x="6312" y="13791"/>
                    <a:pt x="6497" y="13618"/>
                    <a:pt x="6497" y="13396"/>
                  </a:cubicBezTo>
                  <a:lnTo>
                    <a:pt x="6497" y="11373"/>
                  </a:lnTo>
                  <a:cubicBezTo>
                    <a:pt x="6497" y="11152"/>
                    <a:pt x="6312" y="10964"/>
                    <a:pt x="6090" y="10964"/>
                  </a:cubicBezTo>
                  <a:lnTo>
                    <a:pt x="5470" y="10964"/>
                  </a:lnTo>
                  <a:lnTo>
                    <a:pt x="5470" y="9993"/>
                  </a:lnTo>
                  <a:lnTo>
                    <a:pt x="8335" y="9993"/>
                  </a:lnTo>
                  <a:lnTo>
                    <a:pt x="8335" y="10964"/>
                  </a:lnTo>
                  <a:lnTo>
                    <a:pt x="7737" y="10964"/>
                  </a:lnTo>
                  <a:cubicBezTo>
                    <a:pt x="7516" y="10964"/>
                    <a:pt x="7328" y="11152"/>
                    <a:pt x="7328" y="11373"/>
                  </a:cubicBezTo>
                  <a:lnTo>
                    <a:pt x="7328" y="13396"/>
                  </a:lnTo>
                  <a:cubicBezTo>
                    <a:pt x="7328" y="13618"/>
                    <a:pt x="7516" y="13791"/>
                    <a:pt x="7737" y="13791"/>
                  </a:cubicBezTo>
                  <a:lnTo>
                    <a:pt x="9760" y="13791"/>
                  </a:lnTo>
                  <a:cubicBezTo>
                    <a:pt x="9981" y="13791"/>
                    <a:pt x="10158" y="13618"/>
                    <a:pt x="10158" y="13396"/>
                  </a:cubicBezTo>
                  <a:lnTo>
                    <a:pt x="10158" y="11373"/>
                  </a:lnTo>
                  <a:cubicBezTo>
                    <a:pt x="10158" y="11152"/>
                    <a:pt x="9981" y="10964"/>
                    <a:pt x="9760" y="10964"/>
                  </a:cubicBezTo>
                  <a:lnTo>
                    <a:pt x="9140" y="10964"/>
                  </a:lnTo>
                  <a:lnTo>
                    <a:pt x="9140" y="9993"/>
                  </a:lnTo>
                  <a:lnTo>
                    <a:pt x="11993" y="9993"/>
                  </a:lnTo>
                  <a:lnTo>
                    <a:pt x="11993" y="10964"/>
                  </a:lnTo>
                  <a:lnTo>
                    <a:pt x="11373" y="10964"/>
                  </a:lnTo>
                  <a:cubicBezTo>
                    <a:pt x="11151" y="10964"/>
                    <a:pt x="10975" y="11152"/>
                    <a:pt x="10975" y="11373"/>
                  </a:cubicBezTo>
                  <a:lnTo>
                    <a:pt x="10975" y="13396"/>
                  </a:lnTo>
                  <a:cubicBezTo>
                    <a:pt x="10975" y="13618"/>
                    <a:pt x="11151" y="13791"/>
                    <a:pt x="11373" y="13791"/>
                  </a:cubicBezTo>
                  <a:lnTo>
                    <a:pt x="13396" y="13791"/>
                  </a:lnTo>
                  <a:cubicBezTo>
                    <a:pt x="13617" y="13791"/>
                    <a:pt x="13805" y="13618"/>
                    <a:pt x="13805" y="13396"/>
                  </a:cubicBezTo>
                  <a:lnTo>
                    <a:pt x="13805" y="11373"/>
                  </a:lnTo>
                  <a:cubicBezTo>
                    <a:pt x="13805" y="11152"/>
                    <a:pt x="13617" y="10964"/>
                    <a:pt x="13396" y="10964"/>
                  </a:cubicBezTo>
                  <a:lnTo>
                    <a:pt x="12798" y="10964"/>
                  </a:lnTo>
                  <a:lnTo>
                    <a:pt x="12798" y="9598"/>
                  </a:lnTo>
                  <a:cubicBezTo>
                    <a:pt x="12798" y="9373"/>
                    <a:pt x="12624" y="9188"/>
                    <a:pt x="12402" y="9188"/>
                  </a:cubicBezTo>
                  <a:lnTo>
                    <a:pt x="7305" y="9188"/>
                  </a:lnTo>
                  <a:lnTo>
                    <a:pt x="7305" y="8358"/>
                  </a:lnTo>
                  <a:lnTo>
                    <a:pt x="7549" y="8358"/>
                  </a:lnTo>
                  <a:cubicBezTo>
                    <a:pt x="8065" y="8358"/>
                    <a:pt x="8486" y="7926"/>
                    <a:pt x="8486" y="7409"/>
                  </a:cubicBezTo>
                  <a:lnTo>
                    <a:pt x="8486" y="6254"/>
                  </a:lnTo>
                  <a:cubicBezTo>
                    <a:pt x="8486" y="5973"/>
                    <a:pt x="8638" y="5693"/>
                    <a:pt x="8882" y="5482"/>
                  </a:cubicBezTo>
                  <a:cubicBezTo>
                    <a:pt x="9597" y="4899"/>
                    <a:pt x="10018" y="4021"/>
                    <a:pt x="10018" y="3098"/>
                  </a:cubicBezTo>
                  <a:cubicBezTo>
                    <a:pt x="10018" y="1392"/>
                    <a:pt x="8615" y="1"/>
                    <a:pt x="6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4" name="Google Shape;1094;p42"/>
            <p:cNvSpPr/>
            <p:nvPr/>
          </p:nvSpPr>
          <p:spPr>
            <a:xfrm>
              <a:off x="5782663" y="2748350"/>
              <a:ext cx="40350" cy="20200"/>
            </a:xfrm>
            <a:custGeom>
              <a:avLst/>
              <a:gdLst/>
              <a:ahLst/>
              <a:cxnLst/>
              <a:rect l="l" t="t" r="r" b="b"/>
              <a:pathLst>
                <a:path w="1614" h="808" extrusionOk="0">
                  <a:moveTo>
                    <a:pt x="398" y="0"/>
                  </a:moveTo>
                  <a:cubicBezTo>
                    <a:pt x="177" y="0"/>
                    <a:pt x="0" y="188"/>
                    <a:pt x="0" y="410"/>
                  </a:cubicBezTo>
                  <a:cubicBezTo>
                    <a:pt x="0" y="631"/>
                    <a:pt x="177" y="808"/>
                    <a:pt x="398" y="808"/>
                  </a:cubicBezTo>
                  <a:lnTo>
                    <a:pt x="1204" y="808"/>
                  </a:lnTo>
                  <a:cubicBezTo>
                    <a:pt x="1439" y="808"/>
                    <a:pt x="1613" y="631"/>
                    <a:pt x="1613" y="410"/>
                  </a:cubicBezTo>
                  <a:cubicBezTo>
                    <a:pt x="1613" y="188"/>
                    <a:pt x="1439" y="0"/>
                    <a:pt x="1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5" name="Google Shape;1095;p42"/>
            <p:cNvSpPr/>
            <p:nvPr/>
          </p:nvSpPr>
          <p:spPr>
            <a:xfrm>
              <a:off x="5774438" y="2694450"/>
              <a:ext cx="40700" cy="30375"/>
            </a:xfrm>
            <a:custGeom>
              <a:avLst/>
              <a:gdLst/>
              <a:ahLst/>
              <a:cxnLst/>
              <a:rect l="l" t="t" r="r" b="b"/>
              <a:pathLst>
                <a:path w="1628" h="1215" extrusionOk="0">
                  <a:moveTo>
                    <a:pt x="1158" y="1"/>
                  </a:moveTo>
                  <a:cubicBezTo>
                    <a:pt x="1091" y="1"/>
                    <a:pt x="1022" y="18"/>
                    <a:pt x="960" y="52"/>
                  </a:cubicBezTo>
                  <a:lnTo>
                    <a:pt x="259" y="462"/>
                  </a:lnTo>
                  <a:cubicBezTo>
                    <a:pt x="60" y="565"/>
                    <a:pt x="1" y="824"/>
                    <a:pt x="107" y="1011"/>
                  </a:cubicBezTo>
                  <a:cubicBezTo>
                    <a:pt x="186" y="1145"/>
                    <a:pt x="322" y="1214"/>
                    <a:pt x="459" y="1214"/>
                  </a:cubicBezTo>
                  <a:cubicBezTo>
                    <a:pt x="527" y="1214"/>
                    <a:pt x="595" y="1197"/>
                    <a:pt x="657" y="1163"/>
                  </a:cubicBezTo>
                  <a:lnTo>
                    <a:pt x="1359" y="753"/>
                  </a:lnTo>
                  <a:cubicBezTo>
                    <a:pt x="1558" y="650"/>
                    <a:pt x="1628" y="403"/>
                    <a:pt x="1510" y="204"/>
                  </a:cubicBezTo>
                  <a:cubicBezTo>
                    <a:pt x="1431" y="70"/>
                    <a:pt x="1296" y="1"/>
                    <a:pt x="11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6" name="Google Shape;1096;p42"/>
            <p:cNvSpPr/>
            <p:nvPr/>
          </p:nvSpPr>
          <p:spPr>
            <a:xfrm>
              <a:off x="5774438" y="2792200"/>
              <a:ext cx="40700" cy="30350"/>
            </a:xfrm>
            <a:custGeom>
              <a:avLst/>
              <a:gdLst/>
              <a:ahLst/>
              <a:cxnLst/>
              <a:rect l="l" t="t" r="r" b="b"/>
              <a:pathLst>
                <a:path w="1628" h="1214" extrusionOk="0">
                  <a:moveTo>
                    <a:pt x="457" y="0"/>
                  </a:moveTo>
                  <a:cubicBezTo>
                    <a:pt x="320" y="0"/>
                    <a:pt x="186" y="73"/>
                    <a:pt x="107" y="199"/>
                  </a:cubicBezTo>
                  <a:cubicBezTo>
                    <a:pt x="1" y="398"/>
                    <a:pt x="60" y="642"/>
                    <a:pt x="259" y="760"/>
                  </a:cubicBezTo>
                  <a:lnTo>
                    <a:pt x="960" y="1158"/>
                  </a:lnTo>
                  <a:cubicBezTo>
                    <a:pt x="1023" y="1196"/>
                    <a:pt x="1091" y="1214"/>
                    <a:pt x="1159" y="1214"/>
                  </a:cubicBezTo>
                  <a:cubicBezTo>
                    <a:pt x="1296" y="1214"/>
                    <a:pt x="1431" y="1141"/>
                    <a:pt x="1510" y="1018"/>
                  </a:cubicBezTo>
                  <a:cubicBezTo>
                    <a:pt x="1628" y="819"/>
                    <a:pt x="1558" y="572"/>
                    <a:pt x="1359" y="457"/>
                  </a:cubicBezTo>
                  <a:lnTo>
                    <a:pt x="657" y="58"/>
                  </a:lnTo>
                  <a:cubicBezTo>
                    <a:pt x="594" y="19"/>
                    <a:pt x="525" y="0"/>
                    <a:pt x="4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7" name="Google Shape;1097;p42"/>
            <p:cNvSpPr/>
            <p:nvPr/>
          </p:nvSpPr>
          <p:spPr>
            <a:xfrm>
              <a:off x="5546513" y="2748350"/>
              <a:ext cx="40700" cy="20200"/>
            </a:xfrm>
            <a:custGeom>
              <a:avLst/>
              <a:gdLst/>
              <a:ahLst/>
              <a:cxnLst/>
              <a:rect l="l" t="t" r="r" b="b"/>
              <a:pathLst>
                <a:path w="1628" h="808" extrusionOk="0">
                  <a:moveTo>
                    <a:pt x="410" y="0"/>
                  </a:moveTo>
                  <a:cubicBezTo>
                    <a:pt x="188" y="0"/>
                    <a:pt x="1" y="188"/>
                    <a:pt x="1" y="410"/>
                  </a:cubicBezTo>
                  <a:cubicBezTo>
                    <a:pt x="1" y="631"/>
                    <a:pt x="188" y="808"/>
                    <a:pt x="410" y="808"/>
                  </a:cubicBezTo>
                  <a:lnTo>
                    <a:pt x="1218" y="808"/>
                  </a:lnTo>
                  <a:cubicBezTo>
                    <a:pt x="1440" y="808"/>
                    <a:pt x="1628" y="631"/>
                    <a:pt x="1628" y="410"/>
                  </a:cubicBezTo>
                  <a:cubicBezTo>
                    <a:pt x="1628" y="188"/>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8" name="Google Shape;1098;p42"/>
            <p:cNvSpPr/>
            <p:nvPr/>
          </p:nvSpPr>
          <p:spPr>
            <a:xfrm>
              <a:off x="5554713" y="2694450"/>
              <a:ext cx="40650" cy="30375"/>
            </a:xfrm>
            <a:custGeom>
              <a:avLst/>
              <a:gdLst/>
              <a:ahLst/>
              <a:cxnLst/>
              <a:rect l="l" t="t" r="r" b="b"/>
              <a:pathLst>
                <a:path w="1626" h="1215" extrusionOk="0">
                  <a:moveTo>
                    <a:pt x="462" y="1"/>
                  </a:moveTo>
                  <a:cubicBezTo>
                    <a:pt x="321" y="1"/>
                    <a:pt x="184" y="70"/>
                    <a:pt x="107" y="204"/>
                  </a:cubicBezTo>
                  <a:cubicBezTo>
                    <a:pt x="1" y="403"/>
                    <a:pt x="60" y="650"/>
                    <a:pt x="259" y="753"/>
                  </a:cubicBezTo>
                  <a:lnTo>
                    <a:pt x="960" y="1163"/>
                  </a:lnTo>
                  <a:cubicBezTo>
                    <a:pt x="1021" y="1197"/>
                    <a:pt x="1090" y="1214"/>
                    <a:pt x="1159" y="1214"/>
                  </a:cubicBezTo>
                  <a:cubicBezTo>
                    <a:pt x="1299" y="1214"/>
                    <a:pt x="1439" y="1145"/>
                    <a:pt x="1510" y="1011"/>
                  </a:cubicBezTo>
                  <a:cubicBezTo>
                    <a:pt x="1625" y="824"/>
                    <a:pt x="1555" y="565"/>
                    <a:pt x="1356" y="462"/>
                  </a:cubicBezTo>
                  <a:lnTo>
                    <a:pt x="668" y="52"/>
                  </a:lnTo>
                  <a:cubicBezTo>
                    <a:pt x="603" y="18"/>
                    <a:pt x="532"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9" name="Google Shape;1099;p42"/>
            <p:cNvSpPr/>
            <p:nvPr/>
          </p:nvSpPr>
          <p:spPr>
            <a:xfrm>
              <a:off x="5554713" y="2792200"/>
              <a:ext cx="40650" cy="30350"/>
            </a:xfrm>
            <a:custGeom>
              <a:avLst/>
              <a:gdLst/>
              <a:ahLst/>
              <a:cxnLst/>
              <a:rect l="l" t="t" r="r" b="b"/>
              <a:pathLst>
                <a:path w="1626" h="1214" extrusionOk="0">
                  <a:moveTo>
                    <a:pt x="1162" y="0"/>
                  </a:moveTo>
                  <a:cubicBezTo>
                    <a:pt x="1092" y="0"/>
                    <a:pt x="1022" y="19"/>
                    <a:pt x="960" y="58"/>
                  </a:cubicBezTo>
                  <a:lnTo>
                    <a:pt x="259" y="457"/>
                  </a:lnTo>
                  <a:cubicBezTo>
                    <a:pt x="60" y="572"/>
                    <a:pt x="1" y="819"/>
                    <a:pt x="107" y="1018"/>
                  </a:cubicBezTo>
                  <a:cubicBezTo>
                    <a:pt x="184" y="1141"/>
                    <a:pt x="320" y="1214"/>
                    <a:pt x="461" y="1214"/>
                  </a:cubicBezTo>
                  <a:cubicBezTo>
                    <a:pt x="531" y="1214"/>
                    <a:pt x="602" y="1196"/>
                    <a:pt x="668" y="1158"/>
                  </a:cubicBezTo>
                  <a:lnTo>
                    <a:pt x="1356" y="760"/>
                  </a:lnTo>
                  <a:cubicBezTo>
                    <a:pt x="1555" y="642"/>
                    <a:pt x="1625" y="398"/>
                    <a:pt x="1510" y="199"/>
                  </a:cubicBezTo>
                  <a:cubicBezTo>
                    <a:pt x="1439" y="73"/>
                    <a:pt x="1301" y="0"/>
                    <a:pt x="11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00" name="Google Shape;1100;p42"/>
          <p:cNvSpPr/>
          <p:nvPr/>
        </p:nvSpPr>
        <p:spPr>
          <a:xfrm>
            <a:off x="5366225" y="1267750"/>
            <a:ext cx="345075" cy="344800"/>
          </a:xfrm>
          <a:custGeom>
            <a:avLst/>
            <a:gdLst/>
            <a:ahLst/>
            <a:cxnLst/>
            <a:rect l="l" t="t" r="r" b="b"/>
            <a:pathLst>
              <a:path w="13803" h="13792" extrusionOk="0">
                <a:moveTo>
                  <a:pt x="11337" y="1344"/>
                </a:moveTo>
                <a:lnTo>
                  <a:pt x="11454" y="1998"/>
                </a:lnTo>
                <a:cubicBezTo>
                  <a:pt x="11488" y="2163"/>
                  <a:pt x="11617" y="2290"/>
                  <a:pt x="11783" y="2326"/>
                </a:cubicBezTo>
                <a:lnTo>
                  <a:pt x="12425" y="2444"/>
                </a:lnTo>
                <a:lnTo>
                  <a:pt x="11314" y="3566"/>
                </a:lnTo>
                <a:lnTo>
                  <a:pt x="10391" y="3389"/>
                </a:lnTo>
                <a:lnTo>
                  <a:pt x="10214" y="2466"/>
                </a:lnTo>
                <a:lnTo>
                  <a:pt x="11337" y="1344"/>
                </a:lnTo>
                <a:close/>
                <a:moveTo>
                  <a:pt x="6896" y="5670"/>
                </a:moveTo>
                <a:cubicBezTo>
                  <a:pt x="7084" y="5670"/>
                  <a:pt x="7258" y="5715"/>
                  <a:pt x="7420" y="5785"/>
                </a:cubicBezTo>
                <a:lnTo>
                  <a:pt x="6615" y="6593"/>
                </a:lnTo>
                <a:cubicBezTo>
                  <a:pt x="6452" y="6756"/>
                  <a:pt x="6452" y="7014"/>
                  <a:pt x="6615" y="7165"/>
                </a:cubicBezTo>
                <a:cubicBezTo>
                  <a:pt x="6691" y="7247"/>
                  <a:pt x="6793" y="7287"/>
                  <a:pt x="6896" y="7287"/>
                </a:cubicBezTo>
                <a:cubicBezTo>
                  <a:pt x="6998" y="7287"/>
                  <a:pt x="7100" y="7247"/>
                  <a:pt x="7176" y="7165"/>
                </a:cubicBezTo>
                <a:lnTo>
                  <a:pt x="7995" y="6357"/>
                </a:lnTo>
                <a:cubicBezTo>
                  <a:pt x="8066" y="6523"/>
                  <a:pt x="8110" y="6697"/>
                  <a:pt x="8110" y="6885"/>
                </a:cubicBezTo>
                <a:cubicBezTo>
                  <a:pt x="8110" y="7550"/>
                  <a:pt x="7561" y="8099"/>
                  <a:pt x="6896" y="8099"/>
                </a:cubicBezTo>
                <a:cubicBezTo>
                  <a:pt x="6228" y="8099"/>
                  <a:pt x="5681" y="7550"/>
                  <a:pt x="5681" y="6885"/>
                </a:cubicBezTo>
                <a:cubicBezTo>
                  <a:pt x="5681" y="6217"/>
                  <a:pt x="6228" y="5670"/>
                  <a:pt x="6896" y="5670"/>
                </a:cubicBezTo>
                <a:close/>
                <a:moveTo>
                  <a:pt x="6896" y="3788"/>
                </a:moveTo>
                <a:cubicBezTo>
                  <a:pt x="7608" y="3788"/>
                  <a:pt x="8262" y="4021"/>
                  <a:pt x="8778" y="4430"/>
                </a:cubicBezTo>
                <a:lnTo>
                  <a:pt x="8007" y="5202"/>
                </a:lnTo>
                <a:cubicBezTo>
                  <a:pt x="7690" y="4980"/>
                  <a:pt x="7305" y="4862"/>
                  <a:pt x="6896" y="4862"/>
                </a:cubicBezTo>
                <a:cubicBezTo>
                  <a:pt x="5785" y="4862"/>
                  <a:pt x="4873" y="5763"/>
                  <a:pt x="4873" y="6885"/>
                </a:cubicBezTo>
                <a:cubicBezTo>
                  <a:pt x="4873" y="7996"/>
                  <a:pt x="5785" y="8907"/>
                  <a:pt x="6896" y="8907"/>
                </a:cubicBezTo>
                <a:cubicBezTo>
                  <a:pt x="8007" y="8907"/>
                  <a:pt x="8918" y="7996"/>
                  <a:pt x="8918" y="6885"/>
                </a:cubicBezTo>
                <a:cubicBezTo>
                  <a:pt x="8918" y="6475"/>
                  <a:pt x="8789" y="6091"/>
                  <a:pt x="8579" y="5774"/>
                </a:cubicBezTo>
                <a:lnTo>
                  <a:pt x="9350" y="4991"/>
                </a:lnTo>
                <a:cubicBezTo>
                  <a:pt x="9760" y="5516"/>
                  <a:pt x="9993" y="6172"/>
                  <a:pt x="9993" y="6885"/>
                </a:cubicBezTo>
                <a:cubicBezTo>
                  <a:pt x="9993" y="8590"/>
                  <a:pt x="8601" y="9982"/>
                  <a:pt x="6896" y="9982"/>
                </a:cubicBezTo>
                <a:cubicBezTo>
                  <a:pt x="5190" y="9982"/>
                  <a:pt x="3799" y="8590"/>
                  <a:pt x="3799" y="6885"/>
                </a:cubicBezTo>
                <a:cubicBezTo>
                  <a:pt x="3799" y="5179"/>
                  <a:pt x="5190" y="3788"/>
                  <a:pt x="6896" y="3788"/>
                </a:cubicBezTo>
                <a:close/>
                <a:moveTo>
                  <a:pt x="7608" y="806"/>
                </a:moveTo>
                <a:lnTo>
                  <a:pt x="7678" y="1673"/>
                </a:lnTo>
                <a:cubicBezTo>
                  <a:pt x="7690" y="1846"/>
                  <a:pt x="7819" y="1987"/>
                  <a:pt x="7995" y="2034"/>
                </a:cubicBezTo>
                <a:cubicBezTo>
                  <a:pt x="8498" y="2138"/>
                  <a:pt x="8977" y="2326"/>
                  <a:pt x="9420" y="2595"/>
                </a:cubicBezTo>
                <a:lnTo>
                  <a:pt x="9608" y="3611"/>
                </a:lnTo>
                <a:lnTo>
                  <a:pt x="9362" y="3858"/>
                </a:lnTo>
                <a:cubicBezTo>
                  <a:pt x="8693" y="3312"/>
                  <a:pt x="7834" y="2989"/>
                  <a:pt x="6895" y="2989"/>
                </a:cubicBezTo>
                <a:cubicBezTo>
                  <a:pt x="6848" y="2989"/>
                  <a:pt x="6802" y="2989"/>
                  <a:pt x="6755" y="2991"/>
                </a:cubicBezTo>
                <a:cubicBezTo>
                  <a:pt x="4699" y="3061"/>
                  <a:pt x="3038" y="4744"/>
                  <a:pt x="2991" y="6803"/>
                </a:cubicBezTo>
                <a:cubicBezTo>
                  <a:pt x="2947" y="9001"/>
                  <a:pt x="4712" y="10802"/>
                  <a:pt x="6884" y="10802"/>
                </a:cubicBezTo>
                <a:cubicBezTo>
                  <a:pt x="6918" y="10802"/>
                  <a:pt x="6953" y="10802"/>
                  <a:pt x="6988" y="10801"/>
                </a:cubicBezTo>
                <a:cubicBezTo>
                  <a:pt x="9047" y="10765"/>
                  <a:pt x="10731" y="9107"/>
                  <a:pt x="10812" y="7047"/>
                </a:cubicBezTo>
                <a:cubicBezTo>
                  <a:pt x="10846" y="6054"/>
                  <a:pt x="10506" y="5143"/>
                  <a:pt x="9934" y="4430"/>
                </a:cubicBezTo>
                <a:lnTo>
                  <a:pt x="10181" y="4183"/>
                </a:lnTo>
                <a:lnTo>
                  <a:pt x="11207" y="4371"/>
                </a:lnTo>
                <a:cubicBezTo>
                  <a:pt x="11466" y="4814"/>
                  <a:pt x="11654" y="5294"/>
                  <a:pt x="11769" y="5810"/>
                </a:cubicBezTo>
                <a:cubicBezTo>
                  <a:pt x="11805" y="5973"/>
                  <a:pt x="11956" y="6102"/>
                  <a:pt x="12133" y="6125"/>
                </a:cubicBezTo>
                <a:lnTo>
                  <a:pt x="12997" y="6195"/>
                </a:lnTo>
                <a:lnTo>
                  <a:pt x="12997" y="7597"/>
                </a:lnTo>
                <a:lnTo>
                  <a:pt x="12133" y="7667"/>
                </a:lnTo>
                <a:cubicBezTo>
                  <a:pt x="11956" y="7690"/>
                  <a:pt x="11805" y="7819"/>
                  <a:pt x="11769" y="7996"/>
                </a:cubicBezTo>
                <a:cubicBezTo>
                  <a:pt x="11642" y="8557"/>
                  <a:pt x="11418" y="9081"/>
                  <a:pt x="11115" y="9561"/>
                </a:cubicBezTo>
                <a:cubicBezTo>
                  <a:pt x="11022" y="9713"/>
                  <a:pt x="11034" y="9912"/>
                  <a:pt x="11151" y="10041"/>
                </a:cubicBezTo>
                <a:lnTo>
                  <a:pt x="11712" y="10706"/>
                </a:lnTo>
                <a:lnTo>
                  <a:pt x="10705" y="11701"/>
                </a:lnTo>
                <a:lnTo>
                  <a:pt x="10052" y="11140"/>
                </a:lnTo>
                <a:cubicBezTo>
                  <a:pt x="9974" y="11075"/>
                  <a:pt x="9881" y="11042"/>
                  <a:pt x="9788" y="11042"/>
                </a:cubicBezTo>
                <a:cubicBezTo>
                  <a:pt x="9713" y="11042"/>
                  <a:pt x="9639" y="11063"/>
                  <a:pt x="9572" y="11104"/>
                </a:cubicBezTo>
                <a:cubicBezTo>
                  <a:pt x="9081" y="11421"/>
                  <a:pt x="8556" y="11643"/>
                  <a:pt x="7995" y="11758"/>
                </a:cubicBezTo>
                <a:cubicBezTo>
                  <a:pt x="7819" y="11805"/>
                  <a:pt x="7690" y="11946"/>
                  <a:pt x="7678" y="12122"/>
                </a:cubicBezTo>
                <a:lnTo>
                  <a:pt x="7608" y="12986"/>
                </a:lnTo>
                <a:lnTo>
                  <a:pt x="6194" y="12986"/>
                </a:lnTo>
                <a:lnTo>
                  <a:pt x="6124" y="12122"/>
                </a:lnTo>
                <a:cubicBezTo>
                  <a:pt x="6113" y="11946"/>
                  <a:pt x="5984" y="11805"/>
                  <a:pt x="5807" y="11758"/>
                </a:cubicBezTo>
                <a:cubicBezTo>
                  <a:pt x="5246" y="11643"/>
                  <a:pt x="4722" y="11421"/>
                  <a:pt x="4231" y="11104"/>
                </a:cubicBezTo>
                <a:cubicBezTo>
                  <a:pt x="4163" y="11063"/>
                  <a:pt x="4089" y="11042"/>
                  <a:pt x="4015" y="11042"/>
                </a:cubicBezTo>
                <a:cubicBezTo>
                  <a:pt x="3922" y="11042"/>
                  <a:pt x="3829" y="11075"/>
                  <a:pt x="3751" y="11140"/>
                </a:cubicBezTo>
                <a:lnTo>
                  <a:pt x="3097" y="11701"/>
                </a:lnTo>
                <a:lnTo>
                  <a:pt x="2090" y="10706"/>
                </a:lnTo>
                <a:lnTo>
                  <a:pt x="2651" y="10041"/>
                </a:lnTo>
                <a:cubicBezTo>
                  <a:pt x="2769" y="9912"/>
                  <a:pt x="2780" y="9713"/>
                  <a:pt x="2688" y="9561"/>
                </a:cubicBezTo>
                <a:cubicBezTo>
                  <a:pt x="2385" y="9081"/>
                  <a:pt x="2160" y="8546"/>
                  <a:pt x="2034" y="7984"/>
                </a:cubicBezTo>
                <a:cubicBezTo>
                  <a:pt x="1998" y="7819"/>
                  <a:pt x="1846" y="7690"/>
                  <a:pt x="1669" y="7667"/>
                </a:cubicBezTo>
                <a:lnTo>
                  <a:pt x="805" y="7597"/>
                </a:lnTo>
                <a:lnTo>
                  <a:pt x="805" y="6195"/>
                </a:lnTo>
                <a:lnTo>
                  <a:pt x="1669" y="6125"/>
                </a:lnTo>
                <a:cubicBezTo>
                  <a:pt x="1846" y="6102"/>
                  <a:pt x="1998" y="5984"/>
                  <a:pt x="2034" y="5810"/>
                </a:cubicBezTo>
                <a:cubicBezTo>
                  <a:pt x="2160" y="5249"/>
                  <a:pt x="2385" y="4711"/>
                  <a:pt x="2688" y="4220"/>
                </a:cubicBezTo>
                <a:cubicBezTo>
                  <a:pt x="2780" y="4079"/>
                  <a:pt x="2769" y="3880"/>
                  <a:pt x="2651" y="3751"/>
                </a:cubicBezTo>
                <a:lnTo>
                  <a:pt x="2090" y="3086"/>
                </a:lnTo>
                <a:lnTo>
                  <a:pt x="3097" y="2093"/>
                </a:lnTo>
                <a:lnTo>
                  <a:pt x="3751" y="2654"/>
                </a:lnTo>
                <a:cubicBezTo>
                  <a:pt x="3829" y="2718"/>
                  <a:pt x="3921" y="2750"/>
                  <a:pt x="4014" y="2750"/>
                </a:cubicBezTo>
                <a:cubicBezTo>
                  <a:pt x="4088" y="2750"/>
                  <a:pt x="4163" y="2729"/>
                  <a:pt x="4231" y="2688"/>
                </a:cubicBezTo>
                <a:cubicBezTo>
                  <a:pt x="4722" y="2374"/>
                  <a:pt x="5246" y="2149"/>
                  <a:pt x="5807" y="2034"/>
                </a:cubicBezTo>
                <a:cubicBezTo>
                  <a:pt x="5984" y="1987"/>
                  <a:pt x="6113" y="1846"/>
                  <a:pt x="6124" y="1673"/>
                </a:cubicBezTo>
                <a:lnTo>
                  <a:pt x="6194" y="806"/>
                </a:lnTo>
                <a:close/>
                <a:moveTo>
                  <a:pt x="5821" y="1"/>
                </a:moveTo>
                <a:cubicBezTo>
                  <a:pt x="5611" y="1"/>
                  <a:pt x="5434" y="152"/>
                  <a:pt x="5423" y="362"/>
                </a:cubicBezTo>
                <a:lnTo>
                  <a:pt x="5342" y="1308"/>
                </a:lnTo>
                <a:cubicBezTo>
                  <a:pt x="4895" y="1437"/>
                  <a:pt x="4463" y="1614"/>
                  <a:pt x="4054" y="1846"/>
                </a:cubicBezTo>
                <a:lnTo>
                  <a:pt x="3330" y="1226"/>
                </a:lnTo>
                <a:cubicBezTo>
                  <a:pt x="3252" y="1165"/>
                  <a:pt x="3158" y="1133"/>
                  <a:pt x="3064" y="1133"/>
                </a:cubicBezTo>
                <a:cubicBezTo>
                  <a:pt x="2961" y="1133"/>
                  <a:pt x="2859" y="1171"/>
                  <a:pt x="2780" y="1252"/>
                </a:cubicBezTo>
                <a:lnTo>
                  <a:pt x="1263" y="2781"/>
                </a:lnTo>
                <a:cubicBezTo>
                  <a:pt x="1108" y="2921"/>
                  <a:pt x="1097" y="3168"/>
                  <a:pt x="1237" y="3330"/>
                </a:cubicBezTo>
                <a:lnTo>
                  <a:pt x="1846" y="4057"/>
                </a:lnTo>
                <a:cubicBezTo>
                  <a:pt x="1624" y="4453"/>
                  <a:pt x="1437" y="4885"/>
                  <a:pt x="1319" y="5342"/>
                </a:cubicBezTo>
                <a:lnTo>
                  <a:pt x="373" y="5412"/>
                </a:lnTo>
                <a:cubicBezTo>
                  <a:pt x="163" y="5434"/>
                  <a:pt x="0" y="5611"/>
                  <a:pt x="0" y="5822"/>
                </a:cubicBezTo>
                <a:lnTo>
                  <a:pt x="0" y="7970"/>
                </a:lnTo>
                <a:cubicBezTo>
                  <a:pt x="0" y="8181"/>
                  <a:pt x="163" y="8358"/>
                  <a:pt x="373" y="8380"/>
                </a:cubicBezTo>
                <a:lnTo>
                  <a:pt x="1319" y="8450"/>
                </a:lnTo>
                <a:cubicBezTo>
                  <a:pt x="1437" y="8907"/>
                  <a:pt x="1624" y="9339"/>
                  <a:pt x="1846" y="9749"/>
                </a:cubicBezTo>
                <a:lnTo>
                  <a:pt x="1237" y="10462"/>
                </a:lnTo>
                <a:cubicBezTo>
                  <a:pt x="1097" y="10624"/>
                  <a:pt x="1108" y="10871"/>
                  <a:pt x="1263" y="11011"/>
                </a:cubicBezTo>
                <a:lnTo>
                  <a:pt x="2780" y="12543"/>
                </a:lnTo>
                <a:cubicBezTo>
                  <a:pt x="2859" y="12622"/>
                  <a:pt x="2961" y="12660"/>
                  <a:pt x="3063" y="12660"/>
                </a:cubicBezTo>
                <a:cubicBezTo>
                  <a:pt x="3157" y="12660"/>
                  <a:pt x="3252" y="12627"/>
                  <a:pt x="3330" y="12566"/>
                </a:cubicBezTo>
                <a:lnTo>
                  <a:pt x="4054" y="11946"/>
                </a:lnTo>
                <a:cubicBezTo>
                  <a:pt x="4463" y="12178"/>
                  <a:pt x="4895" y="12355"/>
                  <a:pt x="5342" y="12484"/>
                </a:cubicBezTo>
                <a:lnTo>
                  <a:pt x="5423" y="13430"/>
                </a:lnTo>
                <a:cubicBezTo>
                  <a:pt x="5434" y="13640"/>
                  <a:pt x="5611" y="13791"/>
                  <a:pt x="5821" y="13791"/>
                </a:cubicBezTo>
                <a:lnTo>
                  <a:pt x="7981" y="13791"/>
                </a:lnTo>
                <a:cubicBezTo>
                  <a:pt x="8192" y="13791"/>
                  <a:pt x="8368" y="13640"/>
                  <a:pt x="8380" y="13430"/>
                </a:cubicBezTo>
                <a:lnTo>
                  <a:pt x="8461" y="12484"/>
                </a:lnTo>
                <a:cubicBezTo>
                  <a:pt x="8907" y="12355"/>
                  <a:pt x="9339" y="12178"/>
                  <a:pt x="9749" y="11946"/>
                </a:cubicBezTo>
                <a:lnTo>
                  <a:pt x="10472" y="12566"/>
                </a:lnTo>
                <a:cubicBezTo>
                  <a:pt x="10551" y="12627"/>
                  <a:pt x="10645" y="12660"/>
                  <a:pt x="10740" y="12660"/>
                </a:cubicBezTo>
                <a:cubicBezTo>
                  <a:pt x="10842" y="12660"/>
                  <a:pt x="10944" y="12622"/>
                  <a:pt x="11022" y="12543"/>
                </a:cubicBezTo>
                <a:lnTo>
                  <a:pt x="12540" y="11011"/>
                </a:lnTo>
                <a:cubicBezTo>
                  <a:pt x="12694" y="10871"/>
                  <a:pt x="12706" y="10624"/>
                  <a:pt x="12565" y="10462"/>
                </a:cubicBezTo>
                <a:lnTo>
                  <a:pt x="11956" y="9749"/>
                </a:lnTo>
                <a:cubicBezTo>
                  <a:pt x="12178" y="9339"/>
                  <a:pt x="12366" y="8907"/>
                  <a:pt x="12484" y="8450"/>
                </a:cubicBezTo>
                <a:lnTo>
                  <a:pt x="13429" y="8380"/>
                </a:lnTo>
                <a:cubicBezTo>
                  <a:pt x="13640" y="8358"/>
                  <a:pt x="13802" y="8181"/>
                  <a:pt x="13802" y="7970"/>
                </a:cubicBezTo>
                <a:lnTo>
                  <a:pt x="13802" y="5822"/>
                </a:lnTo>
                <a:cubicBezTo>
                  <a:pt x="13802" y="5611"/>
                  <a:pt x="13640" y="5434"/>
                  <a:pt x="13429" y="5412"/>
                </a:cubicBezTo>
                <a:lnTo>
                  <a:pt x="12484" y="5342"/>
                </a:lnTo>
                <a:cubicBezTo>
                  <a:pt x="12366" y="4899"/>
                  <a:pt x="12189" y="4478"/>
                  <a:pt x="11968" y="4068"/>
                </a:cubicBezTo>
                <a:lnTo>
                  <a:pt x="13547" y="2489"/>
                </a:lnTo>
                <a:cubicBezTo>
                  <a:pt x="13780" y="2256"/>
                  <a:pt x="13662" y="1858"/>
                  <a:pt x="13337" y="1799"/>
                </a:cubicBezTo>
                <a:lnTo>
                  <a:pt x="12203" y="1588"/>
                </a:lnTo>
                <a:lnTo>
                  <a:pt x="11993" y="455"/>
                </a:lnTo>
                <a:cubicBezTo>
                  <a:pt x="11955" y="252"/>
                  <a:pt x="11774" y="131"/>
                  <a:pt x="11592" y="131"/>
                </a:cubicBezTo>
                <a:cubicBezTo>
                  <a:pt x="11492" y="131"/>
                  <a:pt x="11392" y="166"/>
                  <a:pt x="11314" y="245"/>
                </a:cubicBezTo>
                <a:lnTo>
                  <a:pt x="9723" y="1835"/>
                </a:lnTo>
                <a:cubicBezTo>
                  <a:pt x="9328" y="1614"/>
                  <a:pt x="8907" y="1437"/>
                  <a:pt x="8461" y="1308"/>
                </a:cubicBezTo>
                <a:lnTo>
                  <a:pt x="8380" y="362"/>
                </a:lnTo>
                <a:cubicBezTo>
                  <a:pt x="8368" y="152"/>
                  <a:pt x="8192" y="1"/>
                  <a:pt x="79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1" name="Google Shape;1101;p42"/>
          <p:cNvSpPr/>
          <p:nvPr/>
        </p:nvSpPr>
        <p:spPr>
          <a:xfrm>
            <a:off x="1438450" y="1267700"/>
            <a:ext cx="345150" cy="344900"/>
          </a:xfrm>
          <a:custGeom>
            <a:avLst/>
            <a:gdLst/>
            <a:ahLst/>
            <a:cxnLst/>
            <a:rect l="l" t="t" r="r" b="b"/>
            <a:pathLst>
              <a:path w="13806" h="13796" extrusionOk="0">
                <a:moveTo>
                  <a:pt x="2561" y="880"/>
                </a:moveTo>
                <a:lnTo>
                  <a:pt x="3964" y="1747"/>
                </a:lnTo>
                <a:lnTo>
                  <a:pt x="2561" y="2622"/>
                </a:lnTo>
                <a:lnTo>
                  <a:pt x="1170" y="1747"/>
                </a:lnTo>
                <a:lnTo>
                  <a:pt x="2561" y="880"/>
                </a:lnTo>
                <a:close/>
                <a:moveTo>
                  <a:pt x="11247" y="880"/>
                </a:moveTo>
                <a:lnTo>
                  <a:pt x="12638" y="1747"/>
                </a:lnTo>
                <a:lnTo>
                  <a:pt x="11247" y="2622"/>
                </a:lnTo>
                <a:lnTo>
                  <a:pt x="9855" y="1747"/>
                </a:lnTo>
                <a:lnTo>
                  <a:pt x="11247" y="880"/>
                </a:lnTo>
                <a:close/>
                <a:moveTo>
                  <a:pt x="808" y="2482"/>
                </a:moveTo>
                <a:lnTo>
                  <a:pt x="2152" y="3323"/>
                </a:lnTo>
                <a:lnTo>
                  <a:pt x="2152" y="5065"/>
                </a:lnTo>
                <a:lnTo>
                  <a:pt x="808" y="4224"/>
                </a:lnTo>
                <a:lnTo>
                  <a:pt x="808" y="2482"/>
                </a:lnTo>
                <a:close/>
                <a:moveTo>
                  <a:pt x="4315" y="2482"/>
                </a:moveTo>
                <a:lnTo>
                  <a:pt x="4315" y="4224"/>
                </a:lnTo>
                <a:lnTo>
                  <a:pt x="2971" y="5065"/>
                </a:lnTo>
                <a:lnTo>
                  <a:pt x="2971" y="3323"/>
                </a:lnTo>
                <a:lnTo>
                  <a:pt x="4315" y="2482"/>
                </a:lnTo>
                <a:close/>
                <a:moveTo>
                  <a:pt x="9493" y="2482"/>
                </a:moveTo>
                <a:lnTo>
                  <a:pt x="10837" y="3323"/>
                </a:lnTo>
                <a:lnTo>
                  <a:pt x="10837" y="5065"/>
                </a:lnTo>
                <a:lnTo>
                  <a:pt x="9493" y="4224"/>
                </a:lnTo>
                <a:lnTo>
                  <a:pt x="9493" y="2482"/>
                </a:lnTo>
                <a:close/>
                <a:moveTo>
                  <a:pt x="13000" y="2482"/>
                </a:moveTo>
                <a:lnTo>
                  <a:pt x="13000" y="4224"/>
                </a:lnTo>
                <a:lnTo>
                  <a:pt x="11642" y="5065"/>
                </a:lnTo>
                <a:lnTo>
                  <a:pt x="11642" y="3323"/>
                </a:lnTo>
                <a:lnTo>
                  <a:pt x="13000" y="2482"/>
                </a:lnTo>
                <a:close/>
                <a:moveTo>
                  <a:pt x="2561" y="8479"/>
                </a:moveTo>
                <a:lnTo>
                  <a:pt x="3964" y="9355"/>
                </a:lnTo>
                <a:lnTo>
                  <a:pt x="2561" y="10219"/>
                </a:lnTo>
                <a:lnTo>
                  <a:pt x="1170" y="9355"/>
                </a:lnTo>
                <a:lnTo>
                  <a:pt x="2561" y="8479"/>
                </a:lnTo>
                <a:close/>
                <a:moveTo>
                  <a:pt x="11247" y="8479"/>
                </a:moveTo>
                <a:lnTo>
                  <a:pt x="12638" y="9355"/>
                </a:lnTo>
                <a:lnTo>
                  <a:pt x="11247" y="10219"/>
                </a:lnTo>
                <a:lnTo>
                  <a:pt x="9855" y="9355"/>
                </a:lnTo>
                <a:lnTo>
                  <a:pt x="11247" y="8479"/>
                </a:lnTo>
                <a:close/>
                <a:moveTo>
                  <a:pt x="8685" y="2961"/>
                </a:moveTo>
                <a:lnTo>
                  <a:pt x="8685" y="4445"/>
                </a:lnTo>
                <a:cubicBezTo>
                  <a:pt x="8685" y="4586"/>
                  <a:pt x="8756" y="4715"/>
                  <a:pt x="8873" y="4785"/>
                </a:cubicBezTo>
                <a:lnTo>
                  <a:pt x="10837" y="6025"/>
                </a:lnTo>
                <a:lnTo>
                  <a:pt x="10837" y="7778"/>
                </a:lnTo>
                <a:lnTo>
                  <a:pt x="8873" y="9015"/>
                </a:lnTo>
                <a:cubicBezTo>
                  <a:pt x="8756" y="9085"/>
                  <a:pt x="8685" y="9214"/>
                  <a:pt x="8685" y="9355"/>
                </a:cubicBezTo>
                <a:lnTo>
                  <a:pt x="8685" y="10839"/>
                </a:lnTo>
                <a:lnTo>
                  <a:pt x="5120" y="10839"/>
                </a:lnTo>
                <a:lnTo>
                  <a:pt x="5120" y="9355"/>
                </a:lnTo>
                <a:cubicBezTo>
                  <a:pt x="5120" y="9214"/>
                  <a:pt x="5050" y="9085"/>
                  <a:pt x="4935" y="9015"/>
                </a:cubicBezTo>
                <a:lnTo>
                  <a:pt x="2971" y="7778"/>
                </a:lnTo>
                <a:lnTo>
                  <a:pt x="2971" y="6025"/>
                </a:lnTo>
                <a:lnTo>
                  <a:pt x="4935" y="4785"/>
                </a:lnTo>
                <a:cubicBezTo>
                  <a:pt x="5050" y="4715"/>
                  <a:pt x="5120" y="4586"/>
                  <a:pt x="5120" y="4445"/>
                </a:cubicBezTo>
                <a:lnTo>
                  <a:pt x="5120" y="2961"/>
                </a:lnTo>
                <a:close/>
                <a:moveTo>
                  <a:pt x="808" y="10078"/>
                </a:moveTo>
                <a:lnTo>
                  <a:pt x="2152" y="10920"/>
                </a:lnTo>
                <a:lnTo>
                  <a:pt x="2152" y="12662"/>
                </a:lnTo>
                <a:lnTo>
                  <a:pt x="808" y="11821"/>
                </a:lnTo>
                <a:lnTo>
                  <a:pt x="808" y="10078"/>
                </a:lnTo>
                <a:close/>
                <a:moveTo>
                  <a:pt x="4315" y="10078"/>
                </a:moveTo>
                <a:lnTo>
                  <a:pt x="4315" y="11821"/>
                </a:lnTo>
                <a:lnTo>
                  <a:pt x="2971" y="12662"/>
                </a:lnTo>
                <a:lnTo>
                  <a:pt x="2971" y="10920"/>
                </a:lnTo>
                <a:lnTo>
                  <a:pt x="4315" y="10078"/>
                </a:lnTo>
                <a:close/>
                <a:moveTo>
                  <a:pt x="9493" y="10078"/>
                </a:moveTo>
                <a:lnTo>
                  <a:pt x="10837" y="10920"/>
                </a:lnTo>
                <a:lnTo>
                  <a:pt x="10837" y="12662"/>
                </a:lnTo>
                <a:lnTo>
                  <a:pt x="9493" y="11821"/>
                </a:lnTo>
                <a:lnTo>
                  <a:pt x="9493" y="10078"/>
                </a:lnTo>
                <a:close/>
                <a:moveTo>
                  <a:pt x="13000" y="10078"/>
                </a:moveTo>
                <a:lnTo>
                  <a:pt x="13000" y="11821"/>
                </a:lnTo>
                <a:lnTo>
                  <a:pt x="11642" y="12662"/>
                </a:lnTo>
                <a:lnTo>
                  <a:pt x="11642" y="10920"/>
                </a:lnTo>
                <a:lnTo>
                  <a:pt x="13000" y="10078"/>
                </a:lnTo>
                <a:close/>
                <a:moveTo>
                  <a:pt x="2561" y="0"/>
                </a:moveTo>
                <a:cubicBezTo>
                  <a:pt x="2489" y="0"/>
                  <a:pt x="2416" y="21"/>
                  <a:pt x="2351" y="63"/>
                </a:cubicBezTo>
                <a:lnTo>
                  <a:pt x="188" y="1407"/>
                </a:lnTo>
                <a:cubicBezTo>
                  <a:pt x="70" y="1477"/>
                  <a:pt x="0" y="1618"/>
                  <a:pt x="0" y="1747"/>
                </a:cubicBezTo>
                <a:lnTo>
                  <a:pt x="0" y="4445"/>
                </a:lnTo>
                <a:cubicBezTo>
                  <a:pt x="0" y="4586"/>
                  <a:pt x="70" y="4715"/>
                  <a:pt x="188" y="4785"/>
                </a:cubicBezTo>
                <a:lnTo>
                  <a:pt x="2152" y="6025"/>
                </a:lnTo>
                <a:lnTo>
                  <a:pt x="2152" y="7778"/>
                </a:lnTo>
                <a:lnTo>
                  <a:pt x="188" y="9015"/>
                </a:lnTo>
                <a:cubicBezTo>
                  <a:pt x="70" y="9085"/>
                  <a:pt x="0" y="9214"/>
                  <a:pt x="0" y="9355"/>
                </a:cubicBezTo>
                <a:lnTo>
                  <a:pt x="0" y="12056"/>
                </a:lnTo>
                <a:cubicBezTo>
                  <a:pt x="0" y="12182"/>
                  <a:pt x="70" y="12323"/>
                  <a:pt x="188" y="12393"/>
                </a:cubicBezTo>
                <a:lnTo>
                  <a:pt x="2351" y="13739"/>
                </a:lnTo>
                <a:cubicBezTo>
                  <a:pt x="2410" y="13784"/>
                  <a:pt x="2491" y="13795"/>
                  <a:pt x="2561" y="13795"/>
                </a:cubicBezTo>
                <a:cubicBezTo>
                  <a:pt x="2632" y="13795"/>
                  <a:pt x="2713" y="13784"/>
                  <a:pt x="2772" y="13739"/>
                </a:cubicBezTo>
                <a:lnTo>
                  <a:pt x="4935" y="12393"/>
                </a:lnTo>
                <a:cubicBezTo>
                  <a:pt x="5050" y="12323"/>
                  <a:pt x="5120" y="12182"/>
                  <a:pt x="5120" y="12056"/>
                </a:cubicBezTo>
                <a:lnTo>
                  <a:pt x="5120" y="11647"/>
                </a:lnTo>
                <a:lnTo>
                  <a:pt x="8685" y="11647"/>
                </a:lnTo>
                <a:lnTo>
                  <a:pt x="8685" y="12056"/>
                </a:lnTo>
                <a:cubicBezTo>
                  <a:pt x="8685" y="12182"/>
                  <a:pt x="8756" y="12323"/>
                  <a:pt x="8873" y="12393"/>
                </a:cubicBezTo>
                <a:lnTo>
                  <a:pt x="11025" y="13739"/>
                </a:lnTo>
                <a:cubicBezTo>
                  <a:pt x="11095" y="13784"/>
                  <a:pt x="11165" y="13795"/>
                  <a:pt x="11247" y="13795"/>
                </a:cubicBezTo>
                <a:cubicBezTo>
                  <a:pt x="11317" y="13795"/>
                  <a:pt x="11387" y="13784"/>
                  <a:pt x="11457" y="13739"/>
                </a:cubicBezTo>
                <a:lnTo>
                  <a:pt x="13620" y="12393"/>
                </a:lnTo>
                <a:cubicBezTo>
                  <a:pt x="13735" y="12323"/>
                  <a:pt x="13805" y="12182"/>
                  <a:pt x="13805" y="12056"/>
                </a:cubicBezTo>
                <a:lnTo>
                  <a:pt x="13805" y="9355"/>
                </a:lnTo>
                <a:cubicBezTo>
                  <a:pt x="13805" y="9214"/>
                  <a:pt x="13735" y="9085"/>
                  <a:pt x="13620" y="9015"/>
                </a:cubicBezTo>
                <a:lnTo>
                  <a:pt x="11642" y="7778"/>
                </a:lnTo>
                <a:lnTo>
                  <a:pt x="11642" y="6025"/>
                </a:lnTo>
                <a:lnTo>
                  <a:pt x="13620" y="4785"/>
                </a:lnTo>
                <a:cubicBezTo>
                  <a:pt x="13735" y="4715"/>
                  <a:pt x="13805" y="4586"/>
                  <a:pt x="13805" y="4445"/>
                </a:cubicBezTo>
                <a:lnTo>
                  <a:pt x="13805" y="1747"/>
                </a:lnTo>
                <a:cubicBezTo>
                  <a:pt x="13805" y="1618"/>
                  <a:pt x="13735" y="1477"/>
                  <a:pt x="13620" y="1407"/>
                </a:cubicBezTo>
                <a:lnTo>
                  <a:pt x="11457" y="63"/>
                </a:lnTo>
                <a:cubicBezTo>
                  <a:pt x="11393" y="21"/>
                  <a:pt x="11320" y="0"/>
                  <a:pt x="11245" y="0"/>
                </a:cubicBezTo>
                <a:cubicBezTo>
                  <a:pt x="11171" y="0"/>
                  <a:pt x="11095" y="21"/>
                  <a:pt x="11025" y="63"/>
                </a:cubicBezTo>
                <a:lnTo>
                  <a:pt x="8873" y="1407"/>
                </a:lnTo>
                <a:cubicBezTo>
                  <a:pt x="8756" y="1477"/>
                  <a:pt x="8685" y="1618"/>
                  <a:pt x="8685" y="1747"/>
                </a:cubicBezTo>
                <a:lnTo>
                  <a:pt x="8685" y="2153"/>
                </a:lnTo>
                <a:lnTo>
                  <a:pt x="5120" y="2153"/>
                </a:lnTo>
                <a:lnTo>
                  <a:pt x="5120" y="1747"/>
                </a:lnTo>
                <a:cubicBezTo>
                  <a:pt x="5120" y="1618"/>
                  <a:pt x="5050" y="1477"/>
                  <a:pt x="4935" y="1407"/>
                </a:cubicBezTo>
                <a:lnTo>
                  <a:pt x="2772" y="63"/>
                </a:lnTo>
                <a:cubicBezTo>
                  <a:pt x="2707" y="21"/>
                  <a:pt x="2634" y="0"/>
                  <a:pt x="25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102" name="Google Shape;1102;p42"/>
          <p:cNvGrpSpPr/>
          <p:nvPr/>
        </p:nvGrpSpPr>
        <p:grpSpPr>
          <a:xfrm>
            <a:off x="3401588" y="1267700"/>
            <a:ext cx="346550" cy="344900"/>
            <a:chOff x="3239763" y="2681150"/>
            <a:chExt cx="346550" cy="344900"/>
          </a:xfrm>
        </p:grpSpPr>
        <p:sp>
          <p:nvSpPr>
            <p:cNvPr id="1103" name="Google Shape;1103;p42"/>
            <p:cNvSpPr/>
            <p:nvPr/>
          </p:nvSpPr>
          <p:spPr>
            <a:xfrm>
              <a:off x="3344688" y="2763625"/>
              <a:ext cx="136775" cy="43900"/>
            </a:xfrm>
            <a:custGeom>
              <a:avLst/>
              <a:gdLst/>
              <a:ahLst/>
              <a:cxnLst/>
              <a:rect l="l" t="t" r="r" b="b"/>
              <a:pathLst>
                <a:path w="5471" h="1756" extrusionOk="0">
                  <a:moveTo>
                    <a:pt x="2738" y="1"/>
                  </a:moveTo>
                  <a:cubicBezTo>
                    <a:pt x="1808" y="1"/>
                    <a:pt x="876" y="354"/>
                    <a:pt x="163" y="1061"/>
                  </a:cubicBezTo>
                  <a:cubicBezTo>
                    <a:pt x="0" y="1224"/>
                    <a:pt x="0" y="1482"/>
                    <a:pt x="163" y="1633"/>
                  </a:cubicBezTo>
                  <a:cubicBezTo>
                    <a:pt x="245" y="1715"/>
                    <a:pt x="347" y="1755"/>
                    <a:pt x="449" y="1755"/>
                  </a:cubicBezTo>
                  <a:cubicBezTo>
                    <a:pt x="552" y="1755"/>
                    <a:pt x="654" y="1715"/>
                    <a:pt x="735" y="1633"/>
                  </a:cubicBezTo>
                  <a:cubicBezTo>
                    <a:pt x="1291" y="1083"/>
                    <a:pt x="2015" y="809"/>
                    <a:pt x="2738" y="809"/>
                  </a:cubicBezTo>
                  <a:cubicBezTo>
                    <a:pt x="3462" y="809"/>
                    <a:pt x="4183" y="1083"/>
                    <a:pt x="4733" y="1633"/>
                  </a:cubicBezTo>
                  <a:cubicBezTo>
                    <a:pt x="4814" y="1715"/>
                    <a:pt x="4920" y="1755"/>
                    <a:pt x="5023" y="1755"/>
                  </a:cubicBezTo>
                  <a:cubicBezTo>
                    <a:pt x="5127" y="1755"/>
                    <a:pt x="5230" y="1715"/>
                    <a:pt x="5305" y="1633"/>
                  </a:cubicBezTo>
                  <a:cubicBezTo>
                    <a:pt x="5471" y="1482"/>
                    <a:pt x="5471" y="1224"/>
                    <a:pt x="5305" y="1061"/>
                  </a:cubicBezTo>
                  <a:cubicBezTo>
                    <a:pt x="4598" y="354"/>
                    <a:pt x="3669" y="1"/>
                    <a:pt x="2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4" name="Google Shape;1104;p42"/>
            <p:cNvSpPr/>
            <p:nvPr/>
          </p:nvSpPr>
          <p:spPr>
            <a:xfrm>
              <a:off x="3373313" y="2804075"/>
              <a:ext cx="79475" cy="32100"/>
            </a:xfrm>
            <a:custGeom>
              <a:avLst/>
              <a:gdLst/>
              <a:ahLst/>
              <a:cxnLst/>
              <a:rect l="l" t="t" r="r" b="b"/>
              <a:pathLst>
                <a:path w="3179" h="1284" extrusionOk="0">
                  <a:moveTo>
                    <a:pt x="1591" y="1"/>
                  </a:moveTo>
                  <a:cubicBezTo>
                    <a:pt x="1072" y="1"/>
                    <a:pt x="554" y="196"/>
                    <a:pt x="163" y="588"/>
                  </a:cubicBezTo>
                  <a:cubicBezTo>
                    <a:pt x="0" y="753"/>
                    <a:pt x="0" y="997"/>
                    <a:pt x="163" y="1160"/>
                  </a:cubicBezTo>
                  <a:cubicBezTo>
                    <a:pt x="238" y="1243"/>
                    <a:pt x="341" y="1284"/>
                    <a:pt x="445" y="1284"/>
                  </a:cubicBezTo>
                  <a:cubicBezTo>
                    <a:pt x="548" y="1284"/>
                    <a:pt x="654" y="1243"/>
                    <a:pt x="735" y="1160"/>
                  </a:cubicBezTo>
                  <a:cubicBezTo>
                    <a:pt x="969" y="927"/>
                    <a:pt x="1279" y="811"/>
                    <a:pt x="1591" y="811"/>
                  </a:cubicBezTo>
                  <a:cubicBezTo>
                    <a:pt x="1902" y="811"/>
                    <a:pt x="2215" y="927"/>
                    <a:pt x="2455" y="1160"/>
                  </a:cubicBezTo>
                  <a:cubicBezTo>
                    <a:pt x="2530" y="1243"/>
                    <a:pt x="2633" y="1284"/>
                    <a:pt x="2737" y="1284"/>
                  </a:cubicBezTo>
                  <a:cubicBezTo>
                    <a:pt x="2840" y="1284"/>
                    <a:pt x="2946" y="1243"/>
                    <a:pt x="3027" y="1160"/>
                  </a:cubicBezTo>
                  <a:cubicBezTo>
                    <a:pt x="3178" y="997"/>
                    <a:pt x="3178" y="753"/>
                    <a:pt x="3027" y="588"/>
                  </a:cubicBezTo>
                  <a:cubicBezTo>
                    <a:pt x="2630" y="196"/>
                    <a:pt x="2110" y="1"/>
                    <a:pt x="1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5" name="Google Shape;1105;p42"/>
            <p:cNvSpPr/>
            <p:nvPr/>
          </p:nvSpPr>
          <p:spPr>
            <a:xfrm>
              <a:off x="3403113" y="2844500"/>
              <a:ext cx="20150" cy="20150"/>
            </a:xfrm>
            <a:custGeom>
              <a:avLst/>
              <a:gdLst/>
              <a:ahLst/>
              <a:cxnLst/>
              <a:rect l="l" t="t" r="r" b="b"/>
              <a:pathLst>
                <a:path w="806" h="806" extrusionOk="0">
                  <a:moveTo>
                    <a:pt x="399" y="0"/>
                  </a:moveTo>
                  <a:cubicBezTo>
                    <a:pt x="174" y="0"/>
                    <a:pt x="0" y="174"/>
                    <a:pt x="0" y="398"/>
                  </a:cubicBezTo>
                  <a:cubicBezTo>
                    <a:pt x="0" y="631"/>
                    <a:pt x="174" y="805"/>
                    <a:pt x="399" y="805"/>
                  </a:cubicBezTo>
                  <a:cubicBezTo>
                    <a:pt x="620" y="805"/>
                    <a:pt x="805" y="631"/>
                    <a:pt x="805" y="398"/>
                  </a:cubicBezTo>
                  <a:cubicBezTo>
                    <a:pt x="805" y="174"/>
                    <a:pt x="620"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6" name="Google Shape;1106;p42"/>
            <p:cNvSpPr/>
            <p:nvPr/>
          </p:nvSpPr>
          <p:spPr>
            <a:xfrm>
              <a:off x="3239763" y="2681150"/>
              <a:ext cx="346550" cy="344900"/>
            </a:xfrm>
            <a:custGeom>
              <a:avLst/>
              <a:gdLst/>
              <a:ahLst/>
              <a:cxnLst/>
              <a:rect l="l" t="t" r="r" b="b"/>
              <a:pathLst>
                <a:path w="13862" h="13796" extrusionOk="0">
                  <a:moveTo>
                    <a:pt x="6394" y="806"/>
                  </a:moveTo>
                  <a:cubicBezTo>
                    <a:pt x="7143" y="806"/>
                    <a:pt x="7844" y="1041"/>
                    <a:pt x="8428" y="1485"/>
                  </a:cubicBezTo>
                  <a:cubicBezTo>
                    <a:pt x="8240" y="1602"/>
                    <a:pt x="8066" y="1743"/>
                    <a:pt x="7900" y="1905"/>
                  </a:cubicBezTo>
                  <a:cubicBezTo>
                    <a:pt x="7738" y="2057"/>
                    <a:pt x="7738" y="2315"/>
                    <a:pt x="7900" y="2478"/>
                  </a:cubicBezTo>
                  <a:cubicBezTo>
                    <a:pt x="7978" y="2553"/>
                    <a:pt x="8080" y="2591"/>
                    <a:pt x="8184" y="2591"/>
                  </a:cubicBezTo>
                  <a:cubicBezTo>
                    <a:pt x="8288" y="2591"/>
                    <a:pt x="8393" y="2553"/>
                    <a:pt x="8476" y="2478"/>
                  </a:cubicBezTo>
                  <a:cubicBezTo>
                    <a:pt x="8697" y="2245"/>
                    <a:pt x="8989" y="2079"/>
                    <a:pt x="9269" y="1987"/>
                  </a:cubicBezTo>
                  <a:cubicBezTo>
                    <a:pt x="9480" y="1917"/>
                    <a:pt x="9694" y="1883"/>
                    <a:pt x="9906" y="1883"/>
                  </a:cubicBezTo>
                  <a:cubicBezTo>
                    <a:pt x="10434" y="1883"/>
                    <a:pt x="10943" y="2093"/>
                    <a:pt x="11326" y="2478"/>
                  </a:cubicBezTo>
                  <a:cubicBezTo>
                    <a:pt x="11817" y="2969"/>
                    <a:pt x="12016" y="3659"/>
                    <a:pt x="11876" y="4338"/>
                  </a:cubicBezTo>
                  <a:cubicBezTo>
                    <a:pt x="11794" y="4699"/>
                    <a:pt x="11606" y="5061"/>
                    <a:pt x="11326" y="5331"/>
                  </a:cubicBezTo>
                  <a:cubicBezTo>
                    <a:pt x="11174" y="5493"/>
                    <a:pt x="11174" y="5751"/>
                    <a:pt x="11326" y="5903"/>
                  </a:cubicBezTo>
                  <a:cubicBezTo>
                    <a:pt x="11407" y="5984"/>
                    <a:pt x="11514" y="6021"/>
                    <a:pt x="11618" y="6021"/>
                  </a:cubicBezTo>
                  <a:cubicBezTo>
                    <a:pt x="11724" y="6021"/>
                    <a:pt x="11817" y="5984"/>
                    <a:pt x="11898" y="5903"/>
                  </a:cubicBezTo>
                  <a:cubicBezTo>
                    <a:pt x="12145" y="5656"/>
                    <a:pt x="12344" y="5376"/>
                    <a:pt x="12473" y="5084"/>
                  </a:cubicBezTo>
                  <a:cubicBezTo>
                    <a:pt x="12810" y="5401"/>
                    <a:pt x="12998" y="5855"/>
                    <a:pt x="12998" y="6335"/>
                  </a:cubicBezTo>
                  <a:cubicBezTo>
                    <a:pt x="12998" y="7294"/>
                    <a:pt x="12215" y="8077"/>
                    <a:pt x="11244" y="8077"/>
                  </a:cubicBezTo>
                  <a:lnTo>
                    <a:pt x="2618" y="8077"/>
                  </a:lnTo>
                  <a:cubicBezTo>
                    <a:pt x="1647" y="8077"/>
                    <a:pt x="865" y="7294"/>
                    <a:pt x="865" y="6335"/>
                  </a:cubicBezTo>
                  <a:cubicBezTo>
                    <a:pt x="865" y="5493"/>
                    <a:pt x="1462" y="4792"/>
                    <a:pt x="2245" y="4618"/>
                  </a:cubicBezTo>
                  <a:cubicBezTo>
                    <a:pt x="2279" y="5002"/>
                    <a:pt x="2374" y="5364"/>
                    <a:pt x="2514" y="5726"/>
                  </a:cubicBezTo>
                  <a:cubicBezTo>
                    <a:pt x="2576" y="5886"/>
                    <a:pt x="2725" y="5979"/>
                    <a:pt x="2886" y="5979"/>
                  </a:cubicBezTo>
                  <a:cubicBezTo>
                    <a:pt x="2936" y="5979"/>
                    <a:pt x="2988" y="5970"/>
                    <a:pt x="3039" y="5951"/>
                  </a:cubicBezTo>
                  <a:cubicBezTo>
                    <a:pt x="3249" y="5866"/>
                    <a:pt x="3342" y="5634"/>
                    <a:pt x="3260" y="5423"/>
                  </a:cubicBezTo>
                  <a:cubicBezTo>
                    <a:pt x="3109" y="5025"/>
                    <a:pt x="3028" y="4604"/>
                    <a:pt x="3028" y="4172"/>
                  </a:cubicBezTo>
                  <a:cubicBezTo>
                    <a:pt x="3028" y="2315"/>
                    <a:pt x="4534" y="806"/>
                    <a:pt x="6394" y="806"/>
                  </a:cubicBezTo>
                  <a:close/>
                  <a:moveTo>
                    <a:pt x="2618" y="12178"/>
                  </a:moveTo>
                  <a:cubicBezTo>
                    <a:pt x="2840" y="12178"/>
                    <a:pt x="3028" y="12366"/>
                    <a:pt x="3028" y="12588"/>
                  </a:cubicBezTo>
                  <a:cubicBezTo>
                    <a:pt x="3028" y="12810"/>
                    <a:pt x="2840" y="12986"/>
                    <a:pt x="2618" y="12986"/>
                  </a:cubicBezTo>
                  <a:cubicBezTo>
                    <a:pt x="2396" y="12986"/>
                    <a:pt x="2220" y="12810"/>
                    <a:pt x="2220" y="12588"/>
                  </a:cubicBezTo>
                  <a:cubicBezTo>
                    <a:pt x="2220" y="12366"/>
                    <a:pt x="2396" y="12178"/>
                    <a:pt x="2618" y="12178"/>
                  </a:cubicBezTo>
                  <a:close/>
                  <a:moveTo>
                    <a:pt x="6933" y="12178"/>
                  </a:moveTo>
                  <a:cubicBezTo>
                    <a:pt x="7154" y="12178"/>
                    <a:pt x="7339" y="12366"/>
                    <a:pt x="7339" y="12588"/>
                  </a:cubicBezTo>
                  <a:cubicBezTo>
                    <a:pt x="7339" y="12810"/>
                    <a:pt x="7154" y="12986"/>
                    <a:pt x="6933" y="12986"/>
                  </a:cubicBezTo>
                  <a:cubicBezTo>
                    <a:pt x="6708" y="12986"/>
                    <a:pt x="6534" y="12810"/>
                    <a:pt x="6534" y="12588"/>
                  </a:cubicBezTo>
                  <a:cubicBezTo>
                    <a:pt x="6534" y="12366"/>
                    <a:pt x="6708" y="12178"/>
                    <a:pt x="6933" y="12178"/>
                  </a:cubicBezTo>
                  <a:close/>
                  <a:moveTo>
                    <a:pt x="11244" y="12178"/>
                  </a:moveTo>
                  <a:cubicBezTo>
                    <a:pt x="11466" y="12178"/>
                    <a:pt x="11654" y="12366"/>
                    <a:pt x="11654" y="12588"/>
                  </a:cubicBezTo>
                  <a:cubicBezTo>
                    <a:pt x="11654" y="12810"/>
                    <a:pt x="11466" y="12986"/>
                    <a:pt x="11244" y="12986"/>
                  </a:cubicBezTo>
                  <a:cubicBezTo>
                    <a:pt x="11023" y="12986"/>
                    <a:pt x="10846" y="12810"/>
                    <a:pt x="10846" y="12588"/>
                  </a:cubicBezTo>
                  <a:cubicBezTo>
                    <a:pt x="10846" y="12366"/>
                    <a:pt x="11023" y="12178"/>
                    <a:pt x="11244" y="12178"/>
                  </a:cubicBezTo>
                  <a:close/>
                  <a:moveTo>
                    <a:pt x="6383" y="1"/>
                  </a:moveTo>
                  <a:cubicBezTo>
                    <a:pt x="4220" y="1"/>
                    <a:pt x="2430" y="1647"/>
                    <a:pt x="2234" y="3762"/>
                  </a:cubicBezTo>
                  <a:lnTo>
                    <a:pt x="2208" y="3762"/>
                  </a:lnTo>
                  <a:lnTo>
                    <a:pt x="2208" y="3799"/>
                  </a:lnTo>
                  <a:cubicBezTo>
                    <a:pt x="957" y="3998"/>
                    <a:pt x="1" y="5120"/>
                    <a:pt x="60" y="6442"/>
                  </a:cubicBezTo>
                  <a:cubicBezTo>
                    <a:pt x="104" y="7785"/>
                    <a:pt x="1297" y="8896"/>
                    <a:pt x="2641" y="8896"/>
                  </a:cubicBezTo>
                  <a:lnTo>
                    <a:pt x="4091" y="8896"/>
                  </a:lnTo>
                  <a:lnTo>
                    <a:pt x="4091" y="11034"/>
                  </a:lnTo>
                  <a:lnTo>
                    <a:pt x="3308" y="11595"/>
                  </a:lnTo>
                  <a:cubicBezTo>
                    <a:pt x="3109" y="11459"/>
                    <a:pt x="2871" y="11370"/>
                    <a:pt x="2612" y="11370"/>
                  </a:cubicBezTo>
                  <a:cubicBezTo>
                    <a:pt x="2584" y="11370"/>
                    <a:pt x="2555" y="11371"/>
                    <a:pt x="2525" y="11373"/>
                  </a:cubicBezTo>
                  <a:cubicBezTo>
                    <a:pt x="1917" y="11421"/>
                    <a:pt x="1426" y="11923"/>
                    <a:pt x="1403" y="12543"/>
                  </a:cubicBezTo>
                  <a:cubicBezTo>
                    <a:pt x="1378" y="13230"/>
                    <a:pt x="1928" y="13791"/>
                    <a:pt x="2618" y="13791"/>
                  </a:cubicBezTo>
                  <a:cubicBezTo>
                    <a:pt x="3286" y="13791"/>
                    <a:pt x="3822" y="13256"/>
                    <a:pt x="3822" y="12588"/>
                  </a:cubicBezTo>
                  <a:cubicBezTo>
                    <a:pt x="3822" y="12473"/>
                    <a:pt x="3810" y="12355"/>
                    <a:pt x="3777" y="12249"/>
                  </a:cubicBezTo>
                  <a:lnTo>
                    <a:pt x="4733" y="11572"/>
                  </a:lnTo>
                  <a:cubicBezTo>
                    <a:pt x="4840" y="11491"/>
                    <a:pt x="4910" y="11373"/>
                    <a:pt x="4910" y="11233"/>
                  </a:cubicBezTo>
                  <a:lnTo>
                    <a:pt x="4910" y="8896"/>
                  </a:lnTo>
                  <a:lnTo>
                    <a:pt x="6523" y="8896"/>
                  </a:lnTo>
                  <a:lnTo>
                    <a:pt x="6523" y="11443"/>
                  </a:lnTo>
                  <a:cubicBezTo>
                    <a:pt x="6032" y="11617"/>
                    <a:pt x="5681" y="12097"/>
                    <a:pt x="5715" y="12658"/>
                  </a:cubicBezTo>
                  <a:cubicBezTo>
                    <a:pt x="5752" y="13278"/>
                    <a:pt x="6254" y="13769"/>
                    <a:pt x="6874" y="13791"/>
                  </a:cubicBezTo>
                  <a:cubicBezTo>
                    <a:pt x="6895" y="13793"/>
                    <a:pt x="6917" y="13793"/>
                    <a:pt x="6938" y="13793"/>
                  </a:cubicBezTo>
                  <a:cubicBezTo>
                    <a:pt x="7609" y="13793"/>
                    <a:pt x="8136" y="13246"/>
                    <a:pt x="8136" y="12588"/>
                  </a:cubicBezTo>
                  <a:cubicBezTo>
                    <a:pt x="8136" y="12063"/>
                    <a:pt x="7797" y="11606"/>
                    <a:pt x="7328" y="11443"/>
                  </a:cubicBezTo>
                  <a:lnTo>
                    <a:pt x="7328" y="8896"/>
                  </a:lnTo>
                  <a:lnTo>
                    <a:pt x="8952" y="8896"/>
                  </a:lnTo>
                  <a:lnTo>
                    <a:pt x="8952" y="11233"/>
                  </a:lnTo>
                  <a:cubicBezTo>
                    <a:pt x="8952" y="11373"/>
                    <a:pt x="9011" y="11491"/>
                    <a:pt x="9118" y="11572"/>
                  </a:cubicBezTo>
                  <a:lnTo>
                    <a:pt x="10075" y="12249"/>
                  </a:lnTo>
                  <a:cubicBezTo>
                    <a:pt x="10041" y="12355"/>
                    <a:pt x="10030" y="12473"/>
                    <a:pt x="10030" y="12588"/>
                  </a:cubicBezTo>
                  <a:cubicBezTo>
                    <a:pt x="10030" y="13255"/>
                    <a:pt x="10568" y="13796"/>
                    <a:pt x="11234" y="13796"/>
                  </a:cubicBezTo>
                  <a:cubicBezTo>
                    <a:pt x="11268" y="13796"/>
                    <a:pt x="11303" y="13794"/>
                    <a:pt x="11337" y="13791"/>
                  </a:cubicBezTo>
                  <a:cubicBezTo>
                    <a:pt x="11923" y="13747"/>
                    <a:pt x="12403" y="13267"/>
                    <a:pt x="12448" y="12683"/>
                  </a:cubicBezTo>
                  <a:cubicBezTo>
                    <a:pt x="12507" y="11968"/>
                    <a:pt x="11946" y="11373"/>
                    <a:pt x="11244" y="11373"/>
                  </a:cubicBezTo>
                  <a:cubicBezTo>
                    <a:pt x="10986" y="11373"/>
                    <a:pt x="10742" y="11455"/>
                    <a:pt x="10543" y="11595"/>
                  </a:cubicBezTo>
                  <a:lnTo>
                    <a:pt x="9760" y="11034"/>
                  </a:lnTo>
                  <a:lnTo>
                    <a:pt x="9760" y="8896"/>
                  </a:lnTo>
                  <a:lnTo>
                    <a:pt x="11211" y="8896"/>
                  </a:lnTo>
                  <a:cubicBezTo>
                    <a:pt x="12529" y="8896"/>
                    <a:pt x="13710" y="7819"/>
                    <a:pt x="13792" y="6498"/>
                  </a:cubicBezTo>
                  <a:cubicBezTo>
                    <a:pt x="13862" y="5600"/>
                    <a:pt x="13430" y="4733"/>
                    <a:pt x="12706" y="4231"/>
                  </a:cubicBezTo>
                  <a:cubicBezTo>
                    <a:pt x="12799" y="3367"/>
                    <a:pt x="12507" y="2514"/>
                    <a:pt x="11898" y="1905"/>
                  </a:cubicBezTo>
                  <a:cubicBezTo>
                    <a:pt x="11354" y="1362"/>
                    <a:pt x="10635" y="1071"/>
                    <a:pt x="9899" y="1071"/>
                  </a:cubicBezTo>
                  <a:cubicBezTo>
                    <a:pt x="9686" y="1071"/>
                    <a:pt x="9471" y="1095"/>
                    <a:pt x="9258" y="1145"/>
                  </a:cubicBezTo>
                  <a:cubicBezTo>
                    <a:pt x="8487" y="396"/>
                    <a:pt x="7468" y="1"/>
                    <a:pt x="6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7" name="Google Shape;1107;p42"/>
            <p:cNvSpPr/>
            <p:nvPr/>
          </p:nvSpPr>
          <p:spPr>
            <a:xfrm>
              <a:off x="3471488" y="2730800"/>
              <a:ext cx="300" cy="25"/>
            </a:xfrm>
            <a:custGeom>
              <a:avLst/>
              <a:gdLst/>
              <a:ahLst/>
              <a:cxnLst/>
              <a:rect l="l" t="t" r="r" b="b"/>
              <a:pathLst>
                <a:path w="12" h="1" extrusionOk="0">
                  <a:moveTo>
                    <a:pt x="0" y="1"/>
                  </a:moveTo>
                  <a:lnTo>
                    <a:pt x="0" y="1"/>
                  </a:lnTo>
                  <a:cubicBezTo>
                    <a:pt x="0" y="1"/>
                    <a:pt x="12"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108" name="Google Shape;1108;p42"/>
          <p:cNvGrpSpPr/>
          <p:nvPr/>
        </p:nvGrpSpPr>
        <p:grpSpPr>
          <a:xfrm>
            <a:off x="7328938" y="3127300"/>
            <a:ext cx="345425" cy="345150"/>
            <a:chOff x="1735413" y="3243975"/>
            <a:chExt cx="345425" cy="345150"/>
          </a:xfrm>
        </p:grpSpPr>
        <p:sp>
          <p:nvSpPr>
            <p:cNvPr id="1109" name="Google Shape;1109;p42"/>
            <p:cNvSpPr/>
            <p:nvPr/>
          </p:nvSpPr>
          <p:spPr>
            <a:xfrm>
              <a:off x="1735413" y="3299150"/>
              <a:ext cx="236100" cy="289975"/>
            </a:xfrm>
            <a:custGeom>
              <a:avLst/>
              <a:gdLst/>
              <a:ahLst/>
              <a:cxnLst/>
              <a:rect l="l" t="t" r="r" b="b"/>
              <a:pathLst>
                <a:path w="9444" h="11599" extrusionOk="0">
                  <a:moveTo>
                    <a:pt x="4009" y="820"/>
                  </a:moveTo>
                  <a:cubicBezTo>
                    <a:pt x="4183" y="820"/>
                    <a:pt x="4360" y="890"/>
                    <a:pt x="4478" y="1019"/>
                  </a:cubicBezTo>
                  <a:lnTo>
                    <a:pt x="4980" y="1510"/>
                  </a:lnTo>
                  <a:cubicBezTo>
                    <a:pt x="5050" y="1580"/>
                    <a:pt x="5154" y="1625"/>
                    <a:pt x="5261" y="1625"/>
                  </a:cubicBezTo>
                  <a:lnTo>
                    <a:pt x="5530" y="1625"/>
                  </a:lnTo>
                  <a:cubicBezTo>
                    <a:pt x="5903" y="1625"/>
                    <a:pt x="6206" y="1931"/>
                    <a:pt x="6206" y="2304"/>
                  </a:cubicBezTo>
                  <a:lnTo>
                    <a:pt x="6206" y="2702"/>
                  </a:lnTo>
                  <a:lnTo>
                    <a:pt x="2828" y="2702"/>
                  </a:lnTo>
                  <a:cubicBezTo>
                    <a:pt x="2466" y="2702"/>
                    <a:pt x="2163" y="2397"/>
                    <a:pt x="2163" y="2024"/>
                  </a:cubicBezTo>
                  <a:lnTo>
                    <a:pt x="2163" y="1485"/>
                  </a:lnTo>
                  <a:cubicBezTo>
                    <a:pt x="2163" y="1123"/>
                    <a:pt x="2466" y="820"/>
                    <a:pt x="2828" y="820"/>
                  </a:cubicBezTo>
                  <a:close/>
                  <a:moveTo>
                    <a:pt x="6206" y="3508"/>
                  </a:moveTo>
                  <a:lnTo>
                    <a:pt x="6206" y="4992"/>
                  </a:lnTo>
                  <a:cubicBezTo>
                    <a:pt x="6206" y="5813"/>
                    <a:pt x="5538" y="6480"/>
                    <a:pt x="4713" y="6480"/>
                  </a:cubicBezTo>
                  <a:cubicBezTo>
                    <a:pt x="4692" y="6480"/>
                    <a:pt x="4672" y="6479"/>
                    <a:pt x="4652" y="6478"/>
                  </a:cubicBezTo>
                  <a:cubicBezTo>
                    <a:pt x="3858" y="6442"/>
                    <a:pt x="3238" y="5763"/>
                    <a:pt x="3238" y="4969"/>
                  </a:cubicBezTo>
                  <a:lnTo>
                    <a:pt x="3238" y="3508"/>
                  </a:lnTo>
                  <a:close/>
                  <a:moveTo>
                    <a:pt x="5202" y="7284"/>
                  </a:moveTo>
                  <a:lnTo>
                    <a:pt x="5061" y="8091"/>
                  </a:lnTo>
                  <a:lnTo>
                    <a:pt x="4394" y="8091"/>
                  </a:lnTo>
                  <a:lnTo>
                    <a:pt x="4267" y="7284"/>
                  </a:lnTo>
                  <a:close/>
                  <a:moveTo>
                    <a:pt x="3437" y="7284"/>
                  </a:moveTo>
                  <a:lnTo>
                    <a:pt x="3636" y="8512"/>
                  </a:lnTo>
                  <a:lnTo>
                    <a:pt x="3412" y="10790"/>
                  </a:lnTo>
                  <a:lnTo>
                    <a:pt x="806" y="10790"/>
                  </a:lnTo>
                  <a:lnTo>
                    <a:pt x="806" y="9575"/>
                  </a:lnTo>
                  <a:cubicBezTo>
                    <a:pt x="806" y="8313"/>
                    <a:pt x="1835" y="7284"/>
                    <a:pt x="3109" y="7284"/>
                  </a:cubicBezTo>
                  <a:close/>
                  <a:moveTo>
                    <a:pt x="5039" y="8908"/>
                  </a:moveTo>
                  <a:lnTo>
                    <a:pt x="5224" y="10790"/>
                  </a:lnTo>
                  <a:lnTo>
                    <a:pt x="4231" y="10790"/>
                  </a:lnTo>
                  <a:lnTo>
                    <a:pt x="4419" y="8908"/>
                  </a:lnTo>
                  <a:close/>
                  <a:moveTo>
                    <a:pt x="6335" y="7284"/>
                  </a:moveTo>
                  <a:cubicBezTo>
                    <a:pt x="7609" y="7284"/>
                    <a:pt x="8627" y="8313"/>
                    <a:pt x="8627" y="9575"/>
                  </a:cubicBezTo>
                  <a:lnTo>
                    <a:pt x="8627" y="10790"/>
                  </a:lnTo>
                  <a:lnTo>
                    <a:pt x="6032" y="10790"/>
                  </a:lnTo>
                  <a:lnTo>
                    <a:pt x="5796" y="8512"/>
                  </a:lnTo>
                  <a:lnTo>
                    <a:pt x="6007" y="7284"/>
                  </a:lnTo>
                  <a:close/>
                  <a:moveTo>
                    <a:pt x="2828" y="1"/>
                  </a:moveTo>
                  <a:cubicBezTo>
                    <a:pt x="2009" y="1"/>
                    <a:pt x="1356" y="669"/>
                    <a:pt x="1356" y="1485"/>
                  </a:cubicBezTo>
                  <a:lnTo>
                    <a:pt x="1356" y="2024"/>
                  </a:lnTo>
                  <a:cubicBezTo>
                    <a:pt x="1356" y="2702"/>
                    <a:pt x="1813" y="3275"/>
                    <a:pt x="2430" y="3463"/>
                  </a:cubicBezTo>
                  <a:lnTo>
                    <a:pt x="2430" y="4992"/>
                  </a:lnTo>
                  <a:cubicBezTo>
                    <a:pt x="2430" y="5567"/>
                    <a:pt x="2640" y="6080"/>
                    <a:pt x="2980" y="6478"/>
                  </a:cubicBezTo>
                  <a:cubicBezTo>
                    <a:pt x="1322" y="6549"/>
                    <a:pt x="1" y="7915"/>
                    <a:pt x="1" y="9575"/>
                  </a:cubicBezTo>
                  <a:lnTo>
                    <a:pt x="1" y="11200"/>
                  </a:lnTo>
                  <a:cubicBezTo>
                    <a:pt x="1" y="11421"/>
                    <a:pt x="186" y="11598"/>
                    <a:pt x="410" y="11598"/>
                  </a:cubicBezTo>
                  <a:lnTo>
                    <a:pt x="9037" y="11598"/>
                  </a:lnTo>
                  <a:cubicBezTo>
                    <a:pt x="9258" y="11598"/>
                    <a:pt x="9443" y="11421"/>
                    <a:pt x="9443" y="11200"/>
                  </a:cubicBezTo>
                  <a:lnTo>
                    <a:pt x="9443" y="9575"/>
                  </a:lnTo>
                  <a:cubicBezTo>
                    <a:pt x="9443" y="7915"/>
                    <a:pt x="8111" y="6549"/>
                    <a:pt x="6464" y="6478"/>
                  </a:cubicBezTo>
                  <a:cubicBezTo>
                    <a:pt x="6803" y="6080"/>
                    <a:pt x="7014" y="5567"/>
                    <a:pt x="7014" y="4992"/>
                  </a:cubicBezTo>
                  <a:lnTo>
                    <a:pt x="7014" y="2304"/>
                  </a:lnTo>
                  <a:cubicBezTo>
                    <a:pt x="7014" y="1474"/>
                    <a:pt x="6346" y="820"/>
                    <a:pt x="5530" y="820"/>
                  </a:cubicBezTo>
                  <a:lnTo>
                    <a:pt x="5423" y="820"/>
                  </a:lnTo>
                  <a:lnTo>
                    <a:pt x="5050" y="447"/>
                  </a:lnTo>
                  <a:cubicBezTo>
                    <a:pt x="4781" y="166"/>
                    <a:pt x="4394" y="1"/>
                    <a:pt x="4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0" name="Google Shape;1110;p42"/>
            <p:cNvSpPr/>
            <p:nvPr/>
          </p:nvSpPr>
          <p:spPr>
            <a:xfrm>
              <a:off x="1925338" y="3243975"/>
              <a:ext cx="155500" cy="208950"/>
            </a:xfrm>
            <a:custGeom>
              <a:avLst/>
              <a:gdLst/>
              <a:ahLst/>
              <a:cxnLst/>
              <a:rect l="l" t="t" r="r" b="b"/>
              <a:pathLst>
                <a:path w="6220" h="8358" extrusionOk="0">
                  <a:moveTo>
                    <a:pt x="3109" y="816"/>
                  </a:moveTo>
                  <a:cubicBezTo>
                    <a:pt x="4371" y="816"/>
                    <a:pt x="5401" y="1846"/>
                    <a:pt x="5401" y="3108"/>
                  </a:cubicBezTo>
                  <a:cubicBezTo>
                    <a:pt x="5401" y="3787"/>
                    <a:pt x="5098" y="4430"/>
                    <a:pt x="4570" y="4873"/>
                  </a:cubicBezTo>
                  <a:cubicBezTo>
                    <a:pt x="4220" y="5154"/>
                    <a:pt x="3998" y="5529"/>
                    <a:pt x="3917" y="5936"/>
                  </a:cubicBezTo>
                  <a:lnTo>
                    <a:pt x="3518" y="5936"/>
                  </a:lnTo>
                  <a:lnTo>
                    <a:pt x="3518" y="3810"/>
                  </a:lnTo>
                  <a:lnTo>
                    <a:pt x="4197" y="3131"/>
                  </a:lnTo>
                  <a:cubicBezTo>
                    <a:pt x="4349" y="2979"/>
                    <a:pt x="4360" y="2747"/>
                    <a:pt x="4231" y="2584"/>
                  </a:cubicBezTo>
                  <a:cubicBezTo>
                    <a:pt x="4150" y="2483"/>
                    <a:pt x="4032" y="2434"/>
                    <a:pt x="3915" y="2434"/>
                  </a:cubicBezTo>
                  <a:cubicBezTo>
                    <a:pt x="3813" y="2434"/>
                    <a:pt x="3712" y="2472"/>
                    <a:pt x="3636" y="2547"/>
                  </a:cubicBezTo>
                  <a:lnTo>
                    <a:pt x="3109" y="3075"/>
                  </a:lnTo>
                  <a:lnTo>
                    <a:pt x="2584" y="2547"/>
                  </a:lnTo>
                  <a:cubicBezTo>
                    <a:pt x="2508" y="2472"/>
                    <a:pt x="2407" y="2434"/>
                    <a:pt x="2305" y="2434"/>
                  </a:cubicBezTo>
                  <a:cubicBezTo>
                    <a:pt x="2187" y="2434"/>
                    <a:pt x="2069" y="2483"/>
                    <a:pt x="1987" y="2584"/>
                  </a:cubicBezTo>
                  <a:cubicBezTo>
                    <a:pt x="1860" y="2747"/>
                    <a:pt x="1872" y="2979"/>
                    <a:pt x="2023" y="3131"/>
                  </a:cubicBezTo>
                  <a:lnTo>
                    <a:pt x="2702" y="3810"/>
                  </a:lnTo>
                  <a:lnTo>
                    <a:pt x="2702" y="5936"/>
                  </a:lnTo>
                  <a:lnTo>
                    <a:pt x="2304" y="5936"/>
                  </a:lnTo>
                  <a:cubicBezTo>
                    <a:pt x="2222" y="5529"/>
                    <a:pt x="2001" y="5154"/>
                    <a:pt x="1650" y="4873"/>
                  </a:cubicBezTo>
                  <a:cubicBezTo>
                    <a:pt x="1123" y="4430"/>
                    <a:pt x="820" y="3787"/>
                    <a:pt x="820" y="3108"/>
                  </a:cubicBezTo>
                  <a:cubicBezTo>
                    <a:pt x="820" y="1846"/>
                    <a:pt x="1846" y="816"/>
                    <a:pt x="3109" y="816"/>
                  </a:cubicBezTo>
                  <a:close/>
                  <a:moveTo>
                    <a:pt x="3894" y="6744"/>
                  </a:moveTo>
                  <a:lnTo>
                    <a:pt x="3894" y="7423"/>
                  </a:lnTo>
                  <a:cubicBezTo>
                    <a:pt x="3894" y="7493"/>
                    <a:pt x="3835" y="7549"/>
                    <a:pt x="3754" y="7549"/>
                  </a:cubicBezTo>
                  <a:lnTo>
                    <a:pt x="2466" y="7549"/>
                  </a:lnTo>
                  <a:cubicBezTo>
                    <a:pt x="2385" y="7549"/>
                    <a:pt x="2326" y="7493"/>
                    <a:pt x="2326" y="7423"/>
                  </a:cubicBezTo>
                  <a:lnTo>
                    <a:pt x="2326" y="6744"/>
                  </a:lnTo>
                  <a:close/>
                  <a:moveTo>
                    <a:pt x="3109" y="0"/>
                  </a:moveTo>
                  <a:cubicBezTo>
                    <a:pt x="1392" y="0"/>
                    <a:pt x="0" y="1392"/>
                    <a:pt x="0" y="3108"/>
                  </a:cubicBezTo>
                  <a:cubicBezTo>
                    <a:pt x="0" y="4031"/>
                    <a:pt x="410" y="4909"/>
                    <a:pt x="1134" y="5493"/>
                  </a:cubicBezTo>
                  <a:cubicBezTo>
                    <a:pt x="1381" y="5703"/>
                    <a:pt x="1521" y="5973"/>
                    <a:pt x="1521" y="6264"/>
                  </a:cubicBezTo>
                  <a:lnTo>
                    <a:pt x="1521" y="7423"/>
                  </a:lnTo>
                  <a:cubicBezTo>
                    <a:pt x="1521" y="7936"/>
                    <a:pt x="1942" y="8357"/>
                    <a:pt x="2466" y="8357"/>
                  </a:cubicBezTo>
                  <a:lnTo>
                    <a:pt x="3754" y="8357"/>
                  </a:lnTo>
                  <a:cubicBezTo>
                    <a:pt x="4278" y="8357"/>
                    <a:pt x="4699" y="7936"/>
                    <a:pt x="4699" y="7423"/>
                  </a:cubicBezTo>
                  <a:lnTo>
                    <a:pt x="4699" y="6264"/>
                  </a:lnTo>
                  <a:cubicBezTo>
                    <a:pt x="4699" y="5973"/>
                    <a:pt x="4840" y="5703"/>
                    <a:pt x="5086" y="5493"/>
                  </a:cubicBezTo>
                  <a:cubicBezTo>
                    <a:pt x="5810" y="4909"/>
                    <a:pt x="6220" y="4031"/>
                    <a:pt x="6220" y="3108"/>
                  </a:cubicBezTo>
                  <a:cubicBezTo>
                    <a:pt x="6220" y="1392"/>
                    <a:pt x="4828" y="0"/>
                    <a:pt x="3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cxnSp>
        <p:nvCxnSpPr>
          <p:cNvPr id="1111" name="Google Shape;1111;p42"/>
          <p:cNvCxnSpPr>
            <a:cxnSpLocks/>
            <a:stCxn id="1044" idx="3"/>
            <a:endCxn id="1056" idx="1"/>
          </p:cNvCxnSpPr>
          <p:nvPr/>
        </p:nvCxnSpPr>
        <p:spPr>
          <a:xfrm flipH="1">
            <a:off x="1336675" y="1440150"/>
            <a:ext cx="6440400" cy="1859700"/>
          </a:xfrm>
          <a:prstGeom prst="bentConnector5">
            <a:avLst>
              <a:gd name="adj1" fmla="val -10143"/>
              <a:gd name="adj2" fmla="val 72786"/>
              <a:gd name="adj3" fmla="val 109933"/>
            </a:avLst>
          </a:prstGeom>
          <a:noFill/>
          <a:ln w="9525" cap="flat" cmpd="sng">
            <a:solidFill>
              <a:schemeClr val="lt1"/>
            </a:solidFill>
            <a:prstDash val="solid"/>
            <a:round/>
            <a:headEnd type="none" w="med" len="med"/>
            <a:tailEnd type="diamond" w="med" len="med"/>
          </a:ln>
        </p:spPr>
      </p:cxnSp>
      <p:sp>
        <p:nvSpPr>
          <p:cNvPr id="77" name="Google Shape;1048;p42">
            <a:extLst>
              <a:ext uri="{FF2B5EF4-FFF2-40B4-BE49-F238E27FC236}">
                <a16:creationId xmlns:a16="http://schemas.microsoft.com/office/drawing/2014/main" id="{EC35F8E7-86CB-4394-B03B-B07E848AD8BD}"/>
              </a:ext>
            </a:extLst>
          </p:cNvPr>
          <p:cNvSpPr txBox="1"/>
          <p:nvPr/>
        </p:nvSpPr>
        <p:spPr>
          <a:xfrm flipH="1">
            <a:off x="4654677" y="184971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Hanken Grotesk"/>
                <a:ea typeface="Hanken Grotesk"/>
                <a:cs typeface="Hanken Grotesk"/>
                <a:sym typeface="Hanken Grotesk"/>
              </a:rPr>
              <a:t>Class Filtering and Controlled Download,</a:t>
            </a:r>
          </a:p>
          <a:p>
            <a:pPr algn="ctr"/>
            <a:r>
              <a:rPr lang="en-GB" sz="1200" dirty="0">
                <a:solidFill>
                  <a:schemeClr val="dk1"/>
                </a:solidFill>
                <a:latin typeface="Hanken Grotesk"/>
                <a:ea typeface="Hanken Grotesk"/>
                <a:cs typeface="Hanken Grotesk"/>
                <a:sym typeface="Hanken Grotesk"/>
              </a:rPr>
              <a:t>Image and Annotation Flattening</a:t>
            </a:r>
          </a:p>
          <a:p>
            <a:pPr marL="0" lvl="0" indent="0" algn="ctr" rtl="0">
              <a:spcBef>
                <a:spcPts val="0"/>
              </a:spcBef>
              <a:spcAft>
                <a:spcPts val="0"/>
              </a:spcAft>
              <a:buNone/>
            </a:pPr>
            <a:endParaRPr lang="en-GB" sz="1200" dirty="0">
              <a:solidFill>
                <a:schemeClr val="dk1"/>
              </a:solidFill>
              <a:latin typeface="Hanken Grotesk"/>
              <a:ea typeface="Hanken Grotesk"/>
              <a:cs typeface="Hanken Grotesk"/>
              <a:sym typeface="Hanken Grotesk"/>
            </a:endParaRPr>
          </a:p>
        </p:txBody>
      </p:sp>
      <p:sp>
        <p:nvSpPr>
          <p:cNvPr id="83" name="Google Shape;1060;p42">
            <a:extLst>
              <a:ext uri="{FF2B5EF4-FFF2-40B4-BE49-F238E27FC236}">
                <a16:creationId xmlns:a16="http://schemas.microsoft.com/office/drawing/2014/main" id="{F950196E-D9DB-4C18-B7C6-A7F879A2A2AF}"/>
              </a:ext>
            </a:extLst>
          </p:cNvPr>
          <p:cNvSpPr txBox="1"/>
          <p:nvPr/>
        </p:nvSpPr>
        <p:spPr>
          <a:xfrm flipH="1">
            <a:off x="6520725" y="1928357"/>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Annotation Format Conversion</a:t>
            </a:r>
            <a:endParaRPr sz="1200" dirty="0">
              <a:solidFill>
                <a:schemeClr val="dk1"/>
              </a:solidFill>
              <a:latin typeface="Hanken Grotesk"/>
              <a:ea typeface="Hanken Grotesk"/>
              <a:cs typeface="Hanken Grotesk"/>
              <a:sym typeface="Hanken Grotesk"/>
            </a:endParaRPr>
          </a:p>
        </p:txBody>
      </p:sp>
    </p:spTree>
    <p:extLst>
      <p:ext uri="{BB962C8B-B14F-4D97-AF65-F5344CB8AC3E}">
        <p14:creationId xmlns:p14="http://schemas.microsoft.com/office/powerpoint/2010/main" val="3634713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42"/>
          <p:cNvSpPr txBox="1">
            <a:spLocks noGrp="1"/>
          </p:cNvSpPr>
          <p:nvPr>
            <p:ph type="title"/>
          </p:nvPr>
        </p:nvSpPr>
        <p:spPr>
          <a:xfrm>
            <a:off x="772425" y="143000"/>
            <a:ext cx="77040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2600" b="0" dirty="0">
                <a:latin typeface="Raleway Black"/>
                <a:ea typeface="Raleway Black"/>
                <a:cs typeface="Raleway Black"/>
                <a:sym typeface="Raleway Black"/>
              </a:rPr>
              <a:t>QURRATUL-AIN </a:t>
            </a:r>
            <a:r>
              <a:rPr lang="en" sz="2600" b="1" dirty="0">
                <a:latin typeface="+mj-lt"/>
                <a:ea typeface="Raleway Black"/>
                <a:cs typeface="Raleway Black"/>
                <a:sym typeface="Raleway Black"/>
              </a:rPr>
              <a:t>CS-O18</a:t>
            </a:r>
            <a:br>
              <a:rPr lang="en" sz="2600" b="1" dirty="0">
                <a:latin typeface="+mj-lt"/>
                <a:ea typeface="Raleway Black"/>
                <a:cs typeface="Raleway Black"/>
                <a:sym typeface="Raleway Black"/>
              </a:rPr>
            </a:br>
            <a:r>
              <a:rPr lang="en-GB" sz="1600" dirty="0"/>
              <a:t>Leading the </a:t>
            </a:r>
            <a:r>
              <a:rPr lang="en-GB" sz="1600" b="1" dirty="0"/>
              <a:t>People Recognition</a:t>
            </a:r>
            <a:r>
              <a:rPr lang="en-GB" sz="1600" dirty="0"/>
              <a:t> module, designing algorithms to detect and identify people around the user, enhancing situational awareness.</a:t>
            </a:r>
            <a:endParaRPr sz="1600" b="1" dirty="0">
              <a:latin typeface="Raleway Black"/>
              <a:ea typeface="Raleway Black"/>
              <a:cs typeface="Raleway Black"/>
              <a:sym typeface="Raleway Black"/>
            </a:endParaRPr>
          </a:p>
        </p:txBody>
      </p:sp>
      <p:sp>
        <p:nvSpPr>
          <p:cNvPr id="1041" name="Google Shape;1041;p42"/>
          <p:cNvSpPr/>
          <p:nvPr/>
        </p:nvSpPr>
        <p:spPr>
          <a:xfrm>
            <a:off x="13366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2"/>
          <p:cNvSpPr/>
          <p:nvPr/>
        </p:nvSpPr>
        <p:spPr>
          <a:xfrm>
            <a:off x="33005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2"/>
          <p:cNvSpPr/>
          <p:nvPr/>
        </p:nvSpPr>
        <p:spPr>
          <a:xfrm>
            <a:off x="52644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2"/>
          <p:cNvSpPr/>
          <p:nvPr/>
        </p:nvSpPr>
        <p:spPr>
          <a:xfrm>
            <a:off x="72283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2"/>
          <p:cNvSpPr txBox="1"/>
          <p:nvPr/>
        </p:nvSpPr>
        <p:spPr>
          <a:xfrm flipH="1">
            <a:off x="6966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solidFill>
                  <a:schemeClr val="dk1"/>
                </a:solidFill>
                <a:latin typeface="Hanken Grotesk"/>
                <a:ea typeface="Hanken Grotesk"/>
                <a:cs typeface="Hanken Grotesk"/>
                <a:sym typeface="Hanken Grotesk"/>
              </a:rPr>
              <a:t>Data Collection</a:t>
            </a:r>
          </a:p>
          <a:p>
            <a:pPr marL="0" lvl="0" indent="0" algn="ctr" rtl="0">
              <a:spcBef>
                <a:spcPts val="0"/>
              </a:spcBef>
              <a:spcAft>
                <a:spcPts val="0"/>
              </a:spcAft>
              <a:buNone/>
            </a:pPr>
            <a:r>
              <a:rPr lang="en-GB" sz="1000" dirty="0">
                <a:solidFill>
                  <a:schemeClr val="dk1"/>
                </a:solidFill>
                <a:latin typeface="Hanken Grotesk"/>
                <a:ea typeface="Hanken Grotesk"/>
                <a:cs typeface="Hanken Grotesk"/>
                <a:sym typeface="Hanken Grotesk"/>
              </a:rPr>
              <a:t>Live facial data captured via PC webcam with multiple samples per person</a:t>
            </a:r>
            <a:endParaRPr sz="1000" dirty="0">
              <a:solidFill>
                <a:schemeClr val="dk1"/>
              </a:solidFill>
              <a:latin typeface="Hanken Grotesk"/>
              <a:ea typeface="Hanken Grotesk"/>
              <a:cs typeface="Hanken Grotesk"/>
              <a:sym typeface="Hanken Grotesk"/>
            </a:endParaRPr>
          </a:p>
        </p:txBody>
      </p:sp>
      <p:sp>
        <p:nvSpPr>
          <p:cNvPr id="1046" name="Google Shape;1046;p42"/>
          <p:cNvSpPr txBox="1"/>
          <p:nvPr/>
        </p:nvSpPr>
        <p:spPr>
          <a:xfrm flipH="1">
            <a:off x="3709962" y="188358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dk1"/>
                </a:solidFill>
                <a:latin typeface="Hanken Grotesk"/>
                <a:ea typeface="Hanken Grotesk"/>
                <a:cs typeface="Hanken Grotesk"/>
                <a:sym typeface="Hanken Grotesk"/>
              </a:rPr>
              <a:t>Pre-processing</a:t>
            </a:r>
          </a:p>
          <a:p>
            <a:pPr marL="0" lvl="0" indent="0" algn="ctr" rtl="0">
              <a:spcBef>
                <a:spcPts val="0"/>
              </a:spcBef>
              <a:spcAft>
                <a:spcPts val="0"/>
              </a:spcAft>
              <a:buNone/>
            </a:pPr>
            <a:r>
              <a:rPr lang="en-GB" sz="1000" dirty="0">
                <a:solidFill>
                  <a:schemeClr val="dk1"/>
                </a:solidFill>
                <a:latin typeface="Hanken Grotesk"/>
                <a:ea typeface="Hanken Grotesk"/>
                <a:cs typeface="Hanken Grotesk"/>
                <a:sym typeface="Hanken Grotesk"/>
              </a:rPr>
              <a:t>Face detection and normalization performed using OpenCV DNN</a:t>
            </a:r>
          </a:p>
          <a:p>
            <a:pPr marL="0" lvl="0" indent="0" algn="ctr" rtl="0">
              <a:spcBef>
                <a:spcPts val="0"/>
              </a:spcBef>
              <a:spcAft>
                <a:spcPts val="0"/>
              </a:spcAft>
              <a:buNone/>
            </a:pPr>
            <a:endParaRPr sz="1200" dirty="0">
              <a:solidFill>
                <a:schemeClr val="dk1"/>
              </a:solidFill>
              <a:latin typeface="Hanken Grotesk"/>
              <a:ea typeface="Hanken Grotesk"/>
              <a:cs typeface="Hanken Grotesk"/>
              <a:sym typeface="Hanken Grotesk"/>
            </a:endParaRPr>
          </a:p>
        </p:txBody>
      </p:sp>
      <p:sp>
        <p:nvSpPr>
          <p:cNvPr id="1047" name="Google Shape;1047;p42"/>
          <p:cNvSpPr txBox="1"/>
          <p:nvPr/>
        </p:nvSpPr>
        <p:spPr>
          <a:xfrm flipH="1">
            <a:off x="6313875" y="1883520"/>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dk1"/>
                </a:solidFill>
                <a:latin typeface="Hanken Grotesk"/>
                <a:ea typeface="Hanken Grotesk"/>
                <a:cs typeface="Hanken Grotesk"/>
                <a:sym typeface="Hanken Grotesk"/>
              </a:rPr>
              <a:t>Feature Extraction</a:t>
            </a:r>
          </a:p>
          <a:p>
            <a:pPr marL="0" lvl="0" indent="0" algn="ctr" rtl="0">
              <a:spcBef>
                <a:spcPts val="0"/>
              </a:spcBef>
              <a:spcAft>
                <a:spcPts val="0"/>
              </a:spcAft>
              <a:buNone/>
            </a:pPr>
            <a:r>
              <a:rPr lang="en-GB" sz="1000" dirty="0" err="1">
                <a:solidFill>
                  <a:schemeClr val="dk1"/>
                </a:solidFill>
                <a:latin typeface="Hanken Grotesk"/>
                <a:ea typeface="Hanken Grotesk"/>
                <a:cs typeface="Hanken Grotesk"/>
                <a:sym typeface="Hanken Grotesk"/>
              </a:rPr>
              <a:t>FaceNet</a:t>
            </a:r>
            <a:r>
              <a:rPr lang="en-GB" sz="1000" dirty="0">
                <a:solidFill>
                  <a:schemeClr val="dk1"/>
                </a:solidFill>
                <a:latin typeface="Hanken Grotesk"/>
                <a:ea typeface="Hanken Grotesk"/>
                <a:cs typeface="Hanken Grotesk"/>
                <a:sym typeface="Hanken Grotesk"/>
              </a:rPr>
              <a:t> (</a:t>
            </a:r>
            <a:r>
              <a:rPr lang="en-GB" sz="1000" dirty="0" err="1">
                <a:solidFill>
                  <a:schemeClr val="dk1"/>
                </a:solidFill>
                <a:latin typeface="Hanken Grotesk"/>
                <a:ea typeface="Hanken Grotesk"/>
                <a:cs typeface="Hanken Grotesk"/>
                <a:sym typeface="Hanken Grotesk"/>
              </a:rPr>
              <a:t>OpenFace</a:t>
            </a:r>
            <a:r>
              <a:rPr lang="en-GB" sz="1000" dirty="0">
                <a:solidFill>
                  <a:schemeClr val="dk1"/>
                </a:solidFill>
                <a:latin typeface="Hanken Grotesk"/>
                <a:ea typeface="Hanken Grotesk"/>
                <a:cs typeface="Hanken Grotesk"/>
                <a:sym typeface="Hanken Grotesk"/>
              </a:rPr>
              <a:t>) model used to generate 128-D facial embeddings</a:t>
            </a:r>
            <a:endParaRPr sz="1000" dirty="0">
              <a:solidFill>
                <a:schemeClr val="dk1"/>
              </a:solidFill>
              <a:latin typeface="Hanken Grotesk"/>
              <a:ea typeface="Hanken Grotesk"/>
              <a:cs typeface="Hanken Grotesk"/>
              <a:sym typeface="Hanken Grotesk"/>
            </a:endParaRPr>
          </a:p>
        </p:txBody>
      </p:sp>
      <p:cxnSp>
        <p:nvCxnSpPr>
          <p:cNvPr id="1049" name="Google Shape;1049;p42"/>
          <p:cNvCxnSpPr>
            <a:cxnSpLocks/>
            <a:stCxn id="1041" idx="3"/>
          </p:cNvCxnSpPr>
          <p:nvPr/>
        </p:nvCxnSpPr>
        <p:spPr>
          <a:xfrm>
            <a:off x="1885375" y="1440150"/>
            <a:ext cx="2197527" cy="0"/>
          </a:xfrm>
          <a:prstGeom prst="straightConnector1">
            <a:avLst/>
          </a:prstGeom>
          <a:noFill/>
          <a:ln w="9525" cap="flat" cmpd="sng">
            <a:solidFill>
              <a:schemeClr val="lt1"/>
            </a:solidFill>
            <a:prstDash val="solid"/>
            <a:round/>
            <a:headEnd type="none" w="med" len="med"/>
            <a:tailEnd type="diamond" w="med" len="med"/>
          </a:ln>
        </p:spPr>
      </p:cxnSp>
      <p:cxnSp>
        <p:nvCxnSpPr>
          <p:cNvPr id="1051" name="Google Shape;1051;p42"/>
          <p:cNvCxnSpPr>
            <a:cxnSpLocks/>
            <a:stCxn id="1043" idx="1"/>
            <a:endCxn id="1044" idx="1"/>
          </p:cNvCxnSpPr>
          <p:nvPr/>
        </p:nvCxnSpPr>
        <p:spPr>
          <a:xfrm>
            <a:off x="5264475" y="1440150"/>
            <a:ext cx="1963900" cy="0"/>
          </a:xfrm>
          <a:prstGeom prst="straightConnector1">
            <a:avLst/>
          </a:prstGeom>
          <a:noFill/>
          <a:ln w="9525" cap="flat" cmpd="sng">
            <a:solidFill>
              <a:schemeClr val="lt1"/>
            </a:solidFill>
            <a:prstDash val="solid"/>
            <a:round/>
            <a:headEnd type="none" w="med" len="med"/>
            <a:tailEnd type="diamond" w="med" len="med"/>
          </a:ln>
        </p:spPr>
      </p:cxnSp>
      <p:cxnSp>
        <p:nvCxnSpPr>
          <p:cNvPr id="1052" name="Google Shape;1052;p42"/>
          <p:cNvCxnSpPr>
            <a:cxnSpLocks/>
            <a:stCxn id="1041" idx="2"/>
            <a:endCxn id="1045" idx="0"/>
          </p:cNvCxnSpPr>
          <p:nvPr/>
        </p:nvCxnSpPr>
        <p:spPr>
          <a:xfrm>
            <a:off x="1611025" y="1714500"/>
            <a:ext cx="0" cy="148200"/>
          </a:xfrm>
          <a:prstGeom prst="straightConnector1">
            <a:avLst/>
          </a:prstGeom>
          <a:noFill/>
          <a:ln w="9525" cap="flat" cmpd="sng">
            <a:solidFill>
              <a:schemeClr val="lt1"/>
            </a:solidFill>
            <a:prstDash val="solid"/>
            <a:round/>
            <a:headEnd type="none" w="med" len="med"/>
            <a:tailEnd type="none" w="med" len="med"/>
          </a:ln>
        </p:spPr>
      </p:cxnSp>
      <p:cxnSp>
        <p:nvCxnSpPr>
          <p:cNvPr id="1053" name="Google Shape;1053;p42"/>
          <p:cNvCxnSpPr>
            <a:cxnSpLocks/>
            <a:endCxn id="1046" idx="0"/>
          </p:cNvCxnSpPr>
          <p:nvPr/>
        </p:nvCxnSpPr>
        <p:spPr>
          <a:xfrm>
            <a:off x="4622875" y="1686300"/>
            <a:ext cx="1487" cy="197285"/>
          </a:xfrm>
          <a:prstGeom prst="straightConnector1">
            <a:avLst/>
          </a:prstGeom>
          <a:noFill/>
          <a:ln w="9525" cap="flat" cmpd="sng">
            <a:solidFill>
              <a:schemeClr val="lt1"/>
            </a:solidFill>
            <a:prstDash val="solid"/>
            <a:round/>
            <a:headEnd type="none" w="med" len="med"/>
            <a:tailEnd type="none" w="med" len="med"/>
          </a:ln>
        </p:spPr>
      </p:cxnSp>
      <p:cxnSp>
        <p:nvCxnSpPr>
          <p:cNvPr id="1055" name="Google Shape;1055;p42"/>
          <p:cNvCxnSpPr>
            <a:cxnSpLocks/>
            <a:stCxn id="1044" idx="2"/>
          </p:cNvCxnSpPr>
          <p:nvPr/>
        </p:nvCxnSpPr>
        <p:spPr>
          <a:xfrm>
            <a:off x="7502725" y="1714500"/>
            <a:ext cx="0" cy="148200"/>
          </a:xfrm>
          <a:prstGeom prst="straightConnector1">
            <a:avLst/>
          </a:prstGeom>
          <a:noFill/>
          <a:ln w="9525" cap="flat" cmpd="sng">
            <a:solidFill>
              <a:schemeClr val="lt1"/>
            </a:solidFill>
            <a:prstDash val="solid"/>
            <a:round/>
            <a:headEnd type="none" w="med" len="med"/>
            <a:tailEnd type="none" w="med" len="med"/>
          </a:ln>
        </p:spPr>
      </p:cxnSp>
      <p:sp>
        <p:nvSpPr>
          <p:cNvPr id="1056" name="Google Shape;1056;p42"/>
          <p:cNvSpPr/>
          <p:nvPr/>
        </p:nvSpPr>
        <p:spPr>
          <a:xfrm>
            <a:off x="13366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2"/>
          <p:cNvSpPr/>
          <p:nvPr/>
        </p:nvSpPr>
        <p:spPr>
          <a:xfrm>
            <a:off x="33005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2"/>
          <p:cNvSpPr/>
          <p:nvPr/>
        </p:nvSpPr>
        <p:spPr>
          <a:xfrm>
            <a:off x="5580389" y="29757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2"/>
          <p:cNvSpPr txBox="1"/>
          <p:nvPr/>
        </p:nvSpPr>
        <p:spPr>
          <a:xfrm flipH="1">
            <a:off x="4624425" y="3697025"/>
            <a:ext cx="2460628"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dirty="0">
                <a:solidFill>
                  <a:schemeClr val="dk1"/>
                </a:solidFill>
                <a:latin typeface="Hanken Grotesk"/>
                <a:ea typeface="Hanken Grotesk"/>
                <a:cs typeface="Hanken Grotesk"/>
                <a:sym typeface="Hanken Grotesk"/>
              </a:rPr>
              <a:t>Recognition &amp; Decision</a:t>
            </a:r>
          </a:p>
          <a:p>
            <a:pPr marL="0" lvl="0" indent="0" algn="ctr" rtl="0">
              <a:spcBef>
                <a:spcPts val="0"/>
              </a:spcBef>
              <a:spcAft>
                <a:spcPts val="0"/>
              </a:spcAft>
              <a:buNone/>
            </a:pPr>
            <a:r>
              <a:rPr lang="en-GB" sz="1200" dirty="0">
                <a:solidFill>
                  <a:schemeClr val="dk1"/>
                </a:solidFill>
                <a:latin typeface="Hanken Grotesk"/>
                <a:ea typeface="Hanken Grotesk"/>
                <a:cs typeface="Hanken Grotesk"/>
                <a:sym typeface="Hanken Grotesk"/>
              </a:rPr>
              <a:t>Real-time matching using cosine similarity with threshold-based identification</a:t>
            </a:r>
            <a:endParaRPr sz="1200" dirty="0">
              <a:solidFill>
                <a:schemeClr val="dk1"/>
              </a:solidFill>
              <a:latin typeface="Hanken Grotesk"/>
              <a:ea typeface="Hanken Grotesk"/>
              <a:cs typeface="Hanken Grotesk"/>
              <a:sym typeface="Hanken Grotesk"/>
            </a:endParaRPr>
          </a:p>
        </p:txBody>
      </p:sp>
      <p:cxnSp>
        <p:nvCxnSpPr>
          <p:cNvPr id="1065" name="Google Shape;1065;p42"/>
          <p:cNvCxnSpPr>
            <a:cxnSpLocks/>
          </p:cNvCxnSpPr>
          <p:nvPr/>
        </p:nvCxnSpPr>
        <p:spPr>
          <a:xfrm>
            <a:off x="726358" y="3299850"/>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8" name="Google Shape;1068;p42"/>
          <p:cNvCxnSpPr>
            <a:cxnSpLocks/>
          </p:cNvCxnSpPr>
          <p:nvPr/>
        </p:nvCxnSpPr>
        <p:spPr>
          <a:xfrm>
            <a:off x="2476675" y="3574200"/>
            <a:ext cx="0" cy="148074"/>
          </a:xfrm>
          <a:prstGeom prst="straightConnector1">
            <a:avLst/>
          </a:prstGeom>
          <a:noFill/>
          <a:ln w="9525" cap="flat" cmpd="sng">
            <a:solidFill>
              <a:schemeClr val="lt1"/>
            </a:solidFill>
            <a:prstDash val="solid"/>
            <a:round/>
            <a:headEnd type="none" w="med" len="med"/>
            <a:tailEnd type="none" w="med" len="med"/>
          </a:ln>
        </p:spPr>
      </p:cxnSp>
      <p:cxnSp>
        <p:nvCxnSpPr>
          <p:cNvPr id="1069" name="Google Shape;1069;p42"/>
          <p:cNvCxnSpPr>
            <a:cxnSpLocks/>
            <a:stCxn id="1058" idx="2"/>
            <a:endCxn id="1062" idx="0"/>
          </p:cNvCxnSpPr>
          <p:nvPr/>
        </p:nvCxnSpPr>
        <p:spPr>
          <a:xfrm>
            <a:off x="5854739" y="3524425"/>
            <a:ext cx="0" cy="172600"/>
          </a:xfrm>
          <a:prstGeom prst="straightConnector1">
            <a:avLst/>
          </a:prstGeom>
          <a:noFill/>
          <a:ln w="9525" cap="flat" cmpd="sng">
            <a:solidFill>
              <a:schemeClr val="lt1"/>
            </a:solidFill>
            <a:prstDash val="solid"/>
            <a:round/>
            <a:headEnd type="none" w="med" len="med"/>
            <a:tailEnd type="none" w="med" len="med"/>
          </a:ln>
        </p:spPr>
      </p:cxnSp>
      <p:grpSp>
        <p:nvGrpSpPr>
          <p:cNvPr id="1071" name="Google Shape;1071;p42"/>
          <p:cNvGrpSpPr/>
          <p:nvPr/>
        </p:nvGrpSpPr>
        <p:grpSpPr>
          <a:xfrm>
            <a:off x="5681001" y="3050947"/>
            <a:ext cx="347475" cy="345150"/>
            <a:chOff x="4744113" y="3243975"/>
            <a:chExt cx="347475" cy="345150"/>
          </a:xfrm>
        </p:grpSpPr>
        <p:sp>
          <p:nvSpPr>
            <p:cNvPr id="1072" name="Google Shape;1072;p42"/>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3" name="Google Shape;1073;p42"/>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4" name="Google Shape;1074;p42"/>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5" name="Google Shape;1075;p42"/>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84" name="Google Shape;1084;p42"/>
          <p:cNvGrpSpPr/>
          <p:nvPr/>
        </p:nvGrpSpPr>
        <p:grpSpPr>
          <a:xfrm>
            <a:off x="2304137" y="3058272"/>
            <a:ext cx="345075" cy="345150"/>
            <a:chOff x="4007438" y="3243975"/>
            <a:chExt cx="345075" cy="345150"/>
          </a:xfrm>
        </p:grpSpPr>
        <p:sp>
          <p:nvSpPr>
            <p:cNvPr id="1085" name="Google Shape;1085;p42"/>
            <p:cNvSpPr/>
            <p:nvPr/>
          </p:nvSpPr>
          <p:spPr>
            <a:xfrm>
              <a:off x="4311888" y="3351750"/>
              <a:ext cx="40625" cy="20525"/>
            </a:xfrm>
            <a:custGeom>
              <a:avLst/>
              <a:gdLst/>
              <a:ahLst/>
              <a:cxnLst/>
              <a:rect l="l" t="t" r="r" b="b"/>
              <a:pathLst>
                <a:path w="1625" h="821" extrusionOk="0">
                  <a:moveTo>
                    <a:pt x="410" y="1"/>
                  </a:moveTo>
                  <a:cubicBezTo>
                    <a:pt x="189" y="1"/>
                    <a:pt x="1" y="189"/>
                    <a:pt x="1" y="410"/>
                  </a:cubicBezTo>
                  <a:cubicBezTo>
                    <a:pt x="1" y="632"/>
                    <a:pt x="189" y="820"/>
                    <a:pt x="410" y="820"/>
                  </a:cubicBezTo>
                  <a:lnTo>
                    <a:pt x="1218" y="820"/>
                  </a:lnTo>
                  <a:cubicBezTo>
                    <a:pt x="1440" y="820"/>
                    <a:pt x="1625" y="632"/>
                    <a:pt x="1625" y="410"/>
                  </a:cubicBezTo>
                  <a:cubicBezTo>
                    <a:pt x="1625" y="189"/>
                    <a:pt x="1440" y="1"/>
                    <a:pt x="1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6" name="Google Shape;1086;p42"/>
            <p:cNvSpPr/>
            <p:nvPr/>
          </p:nvSpPr>
          <p:spPr>
            <a:xfrm>
              <a:off x="4303763" y="3284525"/>
              <a:ext cx="40625" cy="30275"/>
            </a:xfrm>
            <a:custGeom>
              <a:avLst/>
              <a:gdLst/>
              <a:ahLst/>
              <a:cxnLst/>
              <a:rect l="l" t="t" r="r" b="b"/>
              <a:pathLst>
                <a:path w="1625" h="1211" extrusionOk="0">
                  <a:moveTo>
                    <a:pt x="1156" y="0"/>
                  </a:moveTo>
                  <a:cubicBezTo>
                    <a:pt x="1089" y="0"/>
                    <a:pt x="1020" y="16"/>
                    <a:pt x="957" y="50"/>
                  </a:cubicBezTo>
                  <a:lnTo>
                    <a:pt x="256" y="457"/>
                  </a:lnTo>
                  <a:cubicBezTo>
                    <a:pt x="70" y="575"/>
                    <a:pt x="0" y="822"/>
                    <a:pt x="115" y="1007"/>
                  </a:cubicBezTo>
                  <a:cubicBezTo>
                    <a:pt x="187" y="1140"/>
                    <a:pt x="320" y="1211"/>
                    <a:pt x="460" y="1211"/>
                  </a:cubicBezTo>
                  <a:cubicBezTo>
                    <a:pt x="529" y="1211"/>
                    <a:pt x="599" y="1193"/>
                    <a:pt x="665" y="1158"/>
                  </a:cubicBezTo>
                  <a:lnTo>
                    <a:pt x="1366" y="751"/>
                  </a:lnTo>
                  <a:cubicBezTo>
                    <a:pt x="1554" y="645"/>
                    <a:pt x="1625" y="401"/>
                    <a:pt x="1518" y="202"/>
                  </a:cubicBezTo>
                  <a:cubicBezTo>
                    <a:pt x="1440" y="74"/>
                    <a:pt x="1300" y="0"/>
                    <a:pt x="11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7" name="Google Shape;1087;p42"/>
            <p:cNvSpPr/>
            <p:nvPr/>
          </p:nvSpPr>
          <p:spPr>
            <a:xfrm>
              <a:off x="4303763" y="3409225"/>
              <a:ext cx="40625" cy="30375"/>
            </a:xfrm>
            <a:custGeom>
              <a:avLst/>
              <a:gdLst/>
              <a:ahLst/>
              <a:cxnLst/>
              <a:rect l="l" t="t" r="r" b="b"/>
              <a:pathLst>
                <a:path w="1625" h="1215" extrusionOk="0">
                  <a:moveTo>
                    <a:pt x="460" y="0"/>
                  </a:moveTo>
                  <a:cubicBezTo>
                    <a:pt x="320" y="0"/>
                    <a:pt x="187" y="71"/>
                    <a:pt x="115" y="204"/>
                  </a:cubicBezTo>
                  <a:cubicBezTo>
                    <a:pt x="0" y="392"/>
                    <a:pt x="70" y="636"/>
                    <a:pt x="256" y="754"/>
                  </a:cubicBezTo>
                  <a:lnTo>
                    <a:pt x="957" y="1164"/>
                  </a:lnTo>
                  <a:cubicBezTo>
                    <a:pt x="1022" y="1198"/>
                    <a:pt x="1092" y="1214"/>
                    <a:pt x="1161" y="1214"/>
                  </a:cubicBezTo>
                  <a:cubicBezTo>
                    <a:pt x="1303" y="1214"/>
                    <a:pt x="1440" y="1144"/>
                    <a:pt x="1518" y="1009"/>
                  </a:cubicBezTo>
                  <a:cubicBezTo>
                    <a:pt x="1625" y="813"/>
                    <a:pt x="1554" y="566"/>
                    <a:pt x="1366" y="462"/>
                  </a:cubicBezTo>
                  <a:lnTo>
                    <a:pt x="665" y="53"/>
                  </a:lnTo>
                  <a:cubicBezTo>
                    <a:pt x="599" y="18"/>
                    <a:pt x="52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8" name="Google Shape;1088;p42"/>
            <p:cNvSpPr/>
            <p:nvPr/>
          </p:nvSpPr>
          <p:spPr>
            <a:xfrm>
              <a:off x="4007438" y="3351750"/>
              <a:ext cx="40350" cy="20525"/>
            </a:xfrm>
            <a:custGeom>
              <a:avLst/>
              <a:gdLst/>
              <a:ahLst/>
              <a:cxnLst/>
              <a:rect l="l" t="t" r="r" b="b"/>
              <a:pathLst>
                <a:path w="1614" h="821" extrusionOk="0">
                  <a:moveTo>
                    <a:pt x="396" y="1"/>
                  </a:moveTo>
                  <a:cubicBezTo>
                    <a:pt x="175" y="1"/>
                    <a:pt x="1" y="189"/>
                    <a:pt x="1" y="410"/>
                  </a:cubicBezTo>
                  <a:cubicBezTo>
                    <a:pt x="1" y="632"/>
                    <a:pt x="175" y="820"/>
                    <a:pt x="396" y="820"/>
                  </a:cubicBezTo>
                  <a:lnTo>
                    <a:pt x="1204" y="820"/>
                  </a:lnTo>
                  <a:cubicBezTo>
                    <a:pt x="1426" y="820"/>
                    <a:pt x="1614" y="632"/>
                    <a:pt x="1614" y="410"/>
                  </a:cubicBezTo>
                  <a:cubicBezTo>
                    <a:pt x="1614" y="189"/>
                    <a:pt x="1426" y="1"/>
                    <a:pt x="1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9" name="Google Shape;1089;p42"/>
            <p:cNvSpPr/>
            <p:nvPr/>
          </p:nvSpPr>
          <p:spPr>
            <a:xfrm>
              <a:off x="4015288" y="3284525"/>
              <a:ext cx="40650" cy="30275"/>
            </a:xfrm>
            <a:custGeom>
              <a:avLst/>
              <a:gdLst/>
              <a:ahLst/>
              <a:cxnLst/>
              <a:rect l="l" t="t" r="r" b="b"/>
              <a:pathLst>
                <a:path w="1626" h="1211" extrusionOk="0">
                  <a:moveTo>
                    <a:pt x="470" y="0"/>
                  </a:moveTo>
                  <a:cubicBezTo>
                    <a:pt x="327" y="0"/>
                    <a:pt x="190" y="74"/>
                    <a:pt x="119" y="202"/>
                  </a:cubicBezTo>
                  <a:cubicBezTo>
                    <a:pt x="1" y="401"/>
                    <a:pt x="71" y="645"/>
                    <a:pt x="259" y="751"/>
                  </a:cubicBezTo>
                  <a:lnTo>
                    <a:pt x="960" y="1158"/>
                  </a:lnTo>
                  <a:cubicBezTo>
                    <a:pt x="1026" y="1193"/>
                    <a:pt x="1097" y="1211"/>
                    <a:pt x="1166" y="1211"/>
                  </a:cubicBezTo>
                  <a:cubicBezTo>
                    <a:pt x="1306" y="1211"/>
                    <a:pt x="1439" y="1140"/>
                    <a:pt x="1510" y="1007"/>
                  </a:cubicBezTo>
                  <a:cubicBezTo>
                    <a:pt x="1625" y="822"/>
                    <a:pt x="1555" y="575"/>
                    <a:pt x="1370" y="457"/>
                  </a:cubicBezTo>
                  <a:lnTo>
                    <a:pt x="669" y="50"/>
                  </a:lnTo>
                  <a:cubicBezTo>
                    <a:pt x="605" y="16"/>
                    <a:pt x="537" y="0"/>
                    <a:pt x="4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0" name="Google Shape;1090;p42"/>
            <p:cNvSpPr/>
            <p:nvPr/>
          </p:nvSpPr>
          <p:spPr>
            <a:xfrm>
              <a:off x="4015288" y="3409225"/>
              <a:ext cx="40650" cy="30375"/>
            </a:xfrm>
            <a:custGeom>
              <a:avLst/>
              <a:gdLst/>
              <a:ahLst/>
              <a:cxnLst/>
              <a:rect l="l" t="t" r="r" b="b"/>
              <a:pathLst>
                <a:path w="1626" h="1215" extrusionOk="0">
                  <a:moveTo>
                    <a:pt x="1166" y="0"/>
                  </a:moveTo>
                  <a:cubicBezTo>
                    <a:pt x="1097" y="0"/>
                    <a:pt x="1026" y="18"/>
                    <a:pt x="960" y="53"/>
                  </a:cubicBezTo>
                  <a:lnTo>
                    <a:pt x="259" y="462"/>
                  </a:lnTo>
                  <a:cubicBezTo>
                    <a:pt x="71" y="566"/>
                    <a:pt x="1" y="813"/>
                    <a:pt x="119" y="1009"/>
                  </a:cubicBezTo>
                  <a:cubicBezTo>
                    <a:pt x="189" y="1144"/>
                    <a:pt x="324" y="1214"/>
                    <a:pt x="465" y="1214"/>
                  </a:cubicBezTo>
                  <a:cubicBezTo>
                    <a:pt x="534" y="1214"/>
                    <a:pt x="604" y="1198"/>
                    <a:pt x="669" y="1164"/>
                  </a:cubicBezTo>
                  <a:lnTo>
                    <a:pt x="1370" y="754"/>
                  </a:lnTo>
                  <a:cubicBezTo>
                    <a:pt x="1555" y="636"/>
                    <a:pt x="1625" y="392"/>
                    <a:pt x="1510" y="204"/>
                  </a:cubicBezTo>
                  <a:cubicBezTo>
                    <a:pt x="1439" y="71"/>
                    <a:pt x="1306" y="0"/>
                    <a:pt x="1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1" name="Google Shape;1091;p42"/>
            <p:cNvSpPr/>
            <p:nvPr/>
          </p:nvSpPr>
          <p:spPr>
            <a:xfrm>
              <a:off x="4061788" y="3243975"/>
              <a:ext cx="235825" cy="345150"/>
            </a:xfrm>
            <a:custGeom>
              <a:avLst/>
              <a:gdLst/>
              <a:ahLst/>
              <a:cxnLst/>
              <a:rect l="l" t="t" r="r" b="b"/>
              <a:pathLst>
                <a:path w="9433" h="13806" extrusionOk="0">
                  <a:moveTo>
                    <a:pt x="4722" y="2595"/>
                  </a:moveTo>
                  <a:lnTo>
                    <a:pt x="4815" y="2688"/>
                  </a:lnTo>
                  <a:cubicBezTo>
                    <a:pt x="5295" y="3167"/>
                    <a:pt x="5295" y="3939"/>
                    <a:pt x="4815" y="4407"/>
                  </a:cubicBezTo>
                  <a:lnTo>
                    <a:pt x="4722" y="4500"/>
                  </a:lnTo>
                  <a:lnTo>
                    <a:pt x="4630" y="4407"/>
                  </a:lnTo>
                  <a:cubicBezTo>
                    <a:pt x="4150" y="3939"/>
                    <a:pt x="4150" y="3167"/>
                    <a:pt x="4630" y="2688"/>
                  </a:cubicBezTo>
                  <a:lnTo>
                    <a:pt x="4722" y="2595"/>
                  </a:lnTo>
                  <a:close/>
                  <a:moveTo>
                    <a:pt x="3098" y="5936"/>
                  </a:moveTo>
                  <a:cubicBezTo>
                    <a:pt x="3763" y="5936"/>
                    <a:pt x="4313" y="6475"/>
                    <a:pt x="4313" y="7154"/>
                  </a:cubicBezTo>
                  <a:lnTo>
                    <a:pt x="4313" y="7283"/>
                  </a:lnTo>
                  <a:lnTo>
                    <a:pt x="4172" y="7283"/>
                  </a:lnTo>
                  <a:cubicBezTo>
                    <a:pt x="3508" y="7283"/>
                    <a:pt x="2969" y="6744"/>
                    <a:pt x="2969" y="6065"/>
                  </a:cubicBezTo>
                  <a:lnTo>
                    <a:pt x="2969" y="5936"/>
                  </a:lnTo>
                  <a:close/>
                  <a:moveTo>
                    <a:pt x="6464" y="5936"/>
                  </a:moveTo>
                  <a:lnTo>
                    <a:pt x="6464" y="6065"/>
                  </a:lnTo>
                  <a:cubicBezTo>
                    <a:pt x="6464" y="6744"/>
                    <a:pt x="5926" y="7283"/>
                    <a:pt x="5261" y="7283"/>
                  </a:cubicBezTo>
                  <a:lnTo>
                    <a:pt x="5121" y="7283"/>
                  </a:lnTo>
                  <a:lnTo>
                    <a:pt x="5121" y="7154"/>
                  </a:lnTo>
                  <a:cubicBezTo>
                    <a:pt x="5121" y="6475"/>
                    <a:pt x="5668" y="5936"/>
                    <a:pt x="6335" y="5936"/>
                  </a:cubicBezTo>
                  <a:close/>
                  <a:moveTo>
                    <a:pt x="4722" y="816"/>
                  </a:moveTo>
                  <a:cubicBezTo>
                    <a:pt x="6874" y="816"/>
                    <a:pt x="8627" y="2570"/>
                    <a:pt x="8627" y="4721"/>
                  </a:cubicBezTo>
                  <a:cubicBezTo>
                    <a:pt x="8627" y="5844"/>
                    <a:pt x="8148" y="6907"/>
                    <a:pt x="7306" y="7645"/>
                  </a:cubicBezTo>
                  <a:cubicBezTo>
                    <a:pt x="6708" y="8180"/>
                    <a:pt x="6324" y="8918"/>
                    <a:pt x="6229" y="9712"/>
                  </a:cubicBezTo>
                  <a:lnTo>
                    <a:pt x="5121" y="9712"/>
                  </a:lnTo>
                  <a:lnTo>
                    <a:pt x="5121" y="8088"/>
                  </a:lnTo>
                  <a:lnTo>
                    <a:pt x="5261" y="8088"/>
                  </a:lnTo>
                  <a:cubicBezTo>
                    <a:pt x="6369" y="8088"/>
                    <a:pt x="7281" y="7187"/>
                    <a:pt x="7281" y="6065"/>
                  </a:cubicBezTo>
                  <a:lnTo>
                    <a:pt x="7281" y="5529"/>
                  </a:lnTo>
                  <a:cubicBezTo>
                    <a:pt x="7281" y="5305"/>
                    <a:pt x="7096" y="5131"/>
                    <a:pt x="6874" y="5131"/>
                  </a:cubicBezTo>
                  <a:lnTo>
                    <a:pt x="6335" y="5131"/>
                  </a:lnTo>
                  <a:cubicBezTo>
                    <a:pt x="5878" y="5131"/>
                    <a:pt x="5457" y="5283"/>
                    <a:pt x="5121" y="5529"/>
                  </a:cubicBezTo>
                  <a:lnTo>
                    <a:pt x="5121" y="5249"/>
                  </a:lnTo>
                  <a:lnTo>
                    <a:pt x="5387" y="4980"/>
                  </a:lnTo>
                  <a:cubicBezTo>
                    <a:pt x="6173" y="4197"/>
                    <a:pt x="6173" y="2909"/>
                    <a:pt x="5387" y="2127"/>
                  </a:cubicBezTo>
                  <a:lnTo>
                    <a:pt x="5003" y="1742"/>
                  </a:lnTo>
                  <a:cubicBezTo>
                    <a:pt x="4921" y="1659"/>
                    <a:pt x="4819" y="1618"/>
                    <a:pt x="4717" y="1618"/>
                  </a:cubicBezTo>
                  <a:cubicBezTo>
                    <a:pt x="4614" y="1618"/>
                    <a:pt x="4512" y="1659"/>
                    <a:pt x="4430" y="1742"/>
                  </a:cubicBezTo>
                  <a:lnTo>
                    <a:pt x="4043" y="2127"/>
                  </a:lnTo>
                  <a:cubicBezTo>
                    <a:pt x="3261" y="2909"/>
                    <a:pt x="3261" y="4197"/>
                    <a:pt x="4043" y="4980"/>
                  </a:cubicBezTo>
                  <a:lnTo>
                    <a:pt x="4313" y="5249"/>
                  </a:lnTo>
                  <a:lnTo>
                    <a:pt x="4313" y="5529"/>
                  </a:lnTo>
                  <a:cubicBezTo>
                    <a:pt x="3973" y="5283"/>
                    <a:pt x="3552" y="5131"/>
                    <a:pt x="3098" y="5131"/>
                  </a:cubicBezTo>
                  <a:lnTo>
                    <a:pt x="2559" y="5131"/>
                  </a:lnTo>
                  <a:cubicBezTo>
                    <a:pt x="2338" y="5131"/>
                    <a:pt x="2150" y="5305"/>
                    <a:pt x="2150" y="5529"/>
                  </a:cubicBezTo>
                  <a:lnTo>
                    <a:pt x="2150" y="6065"/>
                  </a:lnTo>
                  <a:cubicBezTo>
                    <a:pt x="2150" y="7187"/>
                    <a:pt x="3061" y="8088"/>
                    <a:pt x="4172" y="8088"/>
                  </a:cubicBezTo>
                  <a:lnTo>
                    <a:pt x="4313" y="8088"/>
                  </a:lnTo>
                  <a:lnTo>
                    <a:pt x="4313" y="9712"/>
                  </a:lnTo>
                  <a:lnTo>
                    <a:pt x="3213" y="9712"/>
                  </a:lnTo>
                  <a:cubicBezTo>
                    <a:pt x="3109" y="8918"/>
                    <a:pt x="2722" y="8180"/>
                    <a:pt x="2127" y="7645"/>
                  </a:cubicBezTo>
                  <a:cubicBezTo>
                    <a:pt x="1286" y="6907"/>
                    <a:pt x="806" y="5844"/>
                    <a:pt x="806" y="4721"/>
                  </a:cubicBezTo>
                  <a:cubicBezTo>
                    <a:pt x="806" y="2570"/>
                    <a:pt x="2559" y="816"/>
                    <a:pt x="4722" y="816"/>
                  </a:cubicBezTo>
                  <a:close/>
                  <a:moveTo>
                    <a:pt x="6195" y="10520"/>
                  </a:moveTo>
                  <a:lnTo>
                    <a:pt x="6195" y="11244"/>
                  </a:lnTo>
                  <a:cubicBezTo>
                    <a:pt x="6195" y="11325"/>
                    <a:pt x="6136" y="11384"/>
                    <a:pt x="6066" y="11384"/>
                  </a:cubicBezTo>
                  <a:lnTo>
                    <a:pt x="3367" y="11384"/>
                  </a:lnTo>
                  <a:cubicBezTo>
                    <a:pt x="3297" y="11384"/>
                    <a:pt x="3238" y="11325"/>
                    <a:pt x="3238" y="11244"/>
                  </a:cubicBezTo>
                  <a:lnTo>
                    <a:pt x="3238" y="10520"/>
                  </a:lnTo>
                  <a:close/>
                  <a:moveTo>
                    <a:pt x="5656" y="12192"/>
                  </a:moveTo>
                  <a:lnTo>
                    <a:pt x="5656" y="12599"/>
                  </a:lnTo>
                  <a:cubicBezTo>
                    <a:pt x="5656" y="12823"/>
                    <a:pt x="5482" y="12997"/>
                    <a:pt x="5261" y="12997"/>
                  </a:cubicBezTo>
                  <a:lnTo>
                    <a:pt x="4172" y="12997"/>
                  </a:lnTo>
                  <a:cubicBezTo>
                    <a:pt x="3951" y="12997"/>
                    <a:pt x="3774" y="12823"/>
                    <a:pt x="3774" y="12599"/>
                  </a:cubicBezTo>
                  <a:lnTo>
                    <a:pt x="3774" y="12192"/>
                  </a:lnTo>
                  <a:close/>
                  <a:moveTo>
                    <a:pt x="4722" y="0"/>
                  </a:moveTo>
                  <a:cubicBezTo>
                    <a:pt x="2116" y="0"/>
                    <a:pt x="1" y="2115"/>
                    <a:pt x="1" y="4721"/>
                  </a:cubicBezTo>
                  <a:cubicBezTo>
                    <a:pt x="1" y="6065"/>
                    <a:pt x="573" y="7353"/>
                    <a:pt x="1589" y="8251"/>
                  </a:cubicBezTo>
                  <a:cubicBezTo>
                    <a:pt x="2116" y="8719"/>
                    <a:pt x="2419" y="9398"/>
                    <a:pt x="2419" y="10110"/>
                  </a:cubicBezTo>
                  <a:lnTo>
                    <a:pt x="2419" y="11244"/>
                  </a:lnTo>
                  <a:cubicBezTo>
                    <a:pt x="2419" y="11617"/>
                    <a:pt x="2641" y="11945"/>
                    <a:pt x="2969" y="12097"/>
                  </a:cubicBezTo>
                  <a:lnTo>
                    <a:pt x="2969" y="12599"/>
                  </a:lnTo>
                  <a:cubicBezTo>
                    <a:pt x="2969" y="13266"/>
                    <a:pt x="3508" y="13805"/>
                    <a:pt x="4172" y="13805"/>
                  </a:cubicBezTo>
                  <a:lnTo>
                    <a:pt x="5261" y="13805"/>
                  </a:lnTo>
                  <a:cubicBezTo>
                    <a:pt x="5926" y="13805"/>
                    <a:pt x="6464" y="13266"/>
                    <a:pt x="6464" y="12599"/>
                  </a:cubicBezTo>
                  <a:lnTo>
                    <a:pt x="6464" y="12097"/>
                  </a:lnTo>
                  <a:cubicBezTo>
                    <a:pt x="6790" y="11945"/>
                    <a:pt x="7014" y="11617"/>
                    <a:pt x="7014" y="11244"/>
                  </a:cubicBezTo>
                  <a:lnTo>
                    <a:pt x="7014" y="10110"/>
                  </a:lnTo>
                  <a:cubicBezTo>
                    <a:pt x="7014" y="9398"/>
                    <a:pt x="7317" y="8719"/>
                    <a:pt x="7842" y="8251"/>
                  </a:cubicBezTo>
                  <a:cubicBezTo>
                    <a:pt x="8860" y="7353"/>
                    <a:pt x="9432" y="6065"/>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92" name="Google Shape;1092;p42"/>
          <p:cNvGrpSpPr/>
          <p:nvPr/>
        </p:nvGrpSpPr>
        <p:grpSpPr>
          <a:xfrm>
            <a:off x="7330138" y="1267750"/>
            <a:ext cx="345150" cy="344800"/>
            <a:chOff x="5512088" y="2681150"/>
            <a:chExt cx="345150" cy="344800"/>
          </a:xfrm>
        </p:grpSpPr>
        <p:sp>
          <p:nvSpPr>
            <p:cNvPr id="1093" name="Google Shape;1093;p42"/>
            <p:cNvSpPr/>
            <p:nvPr/>
          </p:nvSpPr>
          <p:spPr>
            <a:xfrm>
              <a:off x="5512088" y="2681150"/>
              <a:ext cx="345150" cy="344800"/>
            </a:xfrm>
            <a:custGeom>
              <a:avLst/>
              <a:gdLst/>
              <a:ahLst/>
              <a:cxnLst/>
              <a:rect l="l" t="t" r="r" b="b"/>
              <a:pathLst>
                <a:path w="13806" h="13792" extrusionOk="0">
                  <a:moveTo>
                    <a:pt x="6896" y="806"/>
                  </a:moveTo>
                  <a:cubicBezTo>
                    <a:pt x="8158" y="806"/>
                    <a:pt x="9188" y="1835"/>
                    <a:pt x="9188" y="3098"/>
                  </a:cubicBezTo>
                  <a:cubicBezTo>
                    <a:pt x="9188" y="3776"/>
                    <a:pt x="8882" y="4419"/>
                    <a:pt x="8357" y="4862"/>
                  </a:cubicBezTo>
                  <a:cubicBezTo>
                    <a:pt x="8018" y="5143"/>
                    <a:pt x="7785" y="5516"/>
                    <a:pt x="7704" y="5925"/>
                  </a:cubicBezTo>
                  <a:lnTo>
                    <a:pt x="7305" y="5925"/>
                  </a:lnTo>
                  <a:lnTo>
                    <a:pt x="7305" y="3799"/>
                  </a:lnTo>
                  <a:lnTo>
                    <a:pt x="7984" y="3120"/>
                  </a:lnTo>
                  <a:cubicBezTo>
                    <a:pt x="8136" y="2969"/>
                    <a:pt x="8158" y="2736"/>
                    <a:pt x="8029" y="2570"/>
                  </a:cubicBezTo>
                  <a:cubicBezTo>
                    <a:pt x="7948" y="2472"/>
                    <a:pt x="7831" y="2422"/>
                    <a:pt x="7713" y="2422"/>
                  </a:cubicBezTo>
                  <a:cubicBezTo>
                    <a:pt x="7609" y="2422"/>
                    <a:pt x="7504" y="2460"/>
                    <a:pt x="7423" y="2537"/>
                  </a:cubicBezTo>
                  <a:lnTo>
                    <a:pt x="6896" y="3061"/>
                  </a:lnTo>
                  <a:lnTo>
                    <a:pt x="6382" y="2537"/>
                  </a:lnTo>
                  <a:cubicBezTo>
                    <a:pt x="6300" y="2460"/>
                    <a:pt x="6194" y="2422"/>
                    <a:pt x="6090" y="2422"/>
                  </a:cubicBezTo>
                  <a:cubicBezTo>
                    <a:pt x="5971" y="2422"/>
                    <a:pt x="5854" y="2472"/>
                    <a:pt x="5773" y="2570"/>
                  </a:cubicBezTo>
                  <a:cubicBezTo>
                    <a:pt x="5644" y="2736"/>
                    <a:pt x="5670" y="2969"/>
                    <a:pt x="5810" y="3120"/>
                  </a:cubicBezTo>
                  <a:lnTo>
                    <a:pt x="6497" y="3799"/>
                  </a:lnTo>
                  <a:lnTo>
                    <a:pt x="6497" y="5925"/>
                  </a:lnTo>
                  <a:lnTo>
                    <a:pt x="6090" y="5925"/>
                  </a:lnTo>
                  <a:cubicBezTo>
                    <a:pt x="6006" y="5516"/>
                    <a:pt x="5785" y="5143"/>
                    <a:pt x="5445" y="4862"/>
                  </a:cubicBezTo>
                  <a:cubicBezTo>
                    <a:pt x="4909" y="4419"/>
                    <a:pt x="4604" y="3776"/>
                    <a:pt x="4604" y="3098"/>
                  </a:cubicBezTo>
                  <a:cubicBezTo>
                    <a:pt x="4604" y="1835"/>
                    <a:pt x="5633" y="806"/>
                    <a:pt x="6896" y="806"/>
                  </a:cubicBezTo>
                  <a:close/>
                  <a:moveTo>
                    <a:pt x="7678" y="6733"/>
                  </a:moveTo>
                  <a:lnTo>
                    <a:pt x="7678" y="7409"/>
                  </a:lnTo>
                  <a:cubicBezTo>
                    <a:pt x="7678" y="7480"/>
                    <a:pt x="7619" y="7538"/>
                    <a:pt x="7549" y="7538"/>
                  </a:cubicBezTo>
                  <a:lnTo>
                    <a:pt x="6253" y="7538"/>
                  </a:lnTo>
                  <a:cubicBezTo>
                    <a:pt x="6183" y="7538"/>
                    <a:pt x="6113" y="7480"/>
                    <a:pt x="6113" y="7409"/>
                  </a:cubicBezTo>
                  <a:lnTo>
                    <a:pt x="6113" y="6733"/>
                  </a:lnTo>
                  <a:close/>
                  <a:moveTo>
                    <a:pt x="2023" y="11772"/>
                  </a:moveTo>
                  <a:lnTo>
                    <a:pt x="2023" y="12986"/>
                  </a:lnTo>
                  <a:lnTo>
                    <a:pt x="805" y="12986"/>
                  </a:lnTo>
                  <a:lnTo>
                    <a:pt x="805" y="11772"/>
                  </a:lnTo>
                  <a:close/>
                  <a:moveTo>
                    <a:pt x="5692" y="11772"/>
                  </a:moveTo>
                  <a:lnTo>
                    <a:pt x="5692" y="12986"/>
                  </a:lnTo>
                  <a:lnTo>
                    <a:pt x="4477" y="12986"/>
                  </a:lnTo>
                  <a:lnTo>
                    <a:pt x="4477" y="11772"/>
                  </a:lnTo>
                  <a:close/>
                  <a:moveTo>
                    <a:pt x="9350" y="11772"/>
                  </a:moveTo>
                  <a:lnTo>
                    <a:pt x="9350" y="12986"/>
                  </a:lnTo>
                  <a:lnTo>
                    <a:pt x="8136" y="12986"/>
                  </a:lnTo>
                  <a:lnTo>
                    <a:pt x="8136" y="11772"/>
                  </a:lnTo>
                  <a:close/>
                  <a:moveTo>
                    <a:pt x="12997" y="11772"/>
                  </a:moveTo>
                  <a:lnTo>
                    <a:pt x="12997" y="12986"/>
                  </a:lnTo>
                  <a:lnTo>
                    <a:pt x="11782" y="12986"/>
                  </a:lnTo>
                  <a:lnTo>
                    <a:pt x="11782" y="11772"/>
                  </a:lnTo>
                  <a:close/>
                  <a:moveTo>
                    <a:pt x="6896" y="1"/>
                  </a:moveTo>
                  <a:cubicBezTo>
                    <a:pt x="5179" y="1"/>
                    <a:pt x="3787" y="1392"/>
                    <a:pt x="3787" y="3098"/>
                  </a:cubicBezTo>
                  <a:cubicBezTo>
                    <a:pt x="3787" y="4021"/>
                    <a:pt x="4197" y="4899"/>
                    <a:pt x="4921" y="5482"/>
                  </a:cubicBezTo>
                  <a:cubicBezTo>
                    <a:pt x="5165" y="5693"/>
                    <a:pt x="5305" y="5973"/>
                    <a:pt x="5305" y="6254"/>
                  </a:cubicBezTo>
                  <a:lnTo>
                    <a:pt x="5305" y="7409"/>
                  </a:lnTo>
                  <a:cubicBezTo>
                    <a:pt x="5305" y="7926"/>
                    <a:pt x="5726" y="8358"/>
                    <a:pt x="6253" y="8358"/>
                  </a:cubicBezTo>
                  <a:lnTo>
                    <a:pt x="6497" y="8358"/>
                  </a:lnTo>
                  <a:lnTo>
                    <a:pt x="6497" y="9188"/>
                  </a:lnTo>
                  <a:lnTo>
                    <a:pt x="1425" y="9188"/>
                  </a:lnTo>
                  <a:cubicBezTo>
                    <a:pt x="1204" y="9188"/>
                    <a:pt x="1027" y="9373"/>
                    <a:pt x="1027" y="9598"/>
                  </a:cubicBezTo>
                  <a:lnTo>
                    <a:pt x="1027" y="10964"/>
                  </a:lnTo>
                  <a:lnTo>
                    <a:pt x="396" y="10964"/>
                  </a:lnTo>
                  <a:cubicBezTo>
                    <a:pt x="174" y="10964"/>
                    <a:pt x="0" y="11152"/>
                    <a:pt x="0" y="11373"/>
                  </a:cubicBezTo>
                  <a:lnTo>
                    <a:pt x="0" y="13396"/>
                  </a:lnTo>
                  <a:cubicBezTo>
                    <a:pt x="0" y="13618"/>
                    <a:pt x="174" y="13791"/>
                    <a:pt x="396" y="13791"/>
                  </a:cubicBezTo>
                  <a:lnTo>
                    <a:pt x="2418" y="13791"/>
                  </a:lnTo>
                  <a:cubicBezTo>
                    <a:pt x="2654" y="13791"/>
                    <a:pt x="2828" y="13618"/>
                    <a:pt x="2828" y="13396"/>
                  </a:cubicBezTo>
                  <a:lnTo>
                    <a:pt x="2828" y="11373"/>
                  </a:lnTo>
                  <a:cubicBezTo>
                    <a:pt x="2828" y="11152"/>
                    <a:pt x="2654" y="10964"/>
                    <a:pt x="2418" y="10964"/>
                  </a:cubicBezTo>
                  <a:lnTo>
                    <a:pt x="1835" y="10964"/>
                  </a:lnTo>
                  <a:lnTo>
                    <a:pt x="1835" y="9993"/>
                  </a:lnTo>
                  <a:lnTo>
                    <a:pt x="4688" y="9993"/>
                  </a:lnTo>
                  <a:lnTo>
                    <a:pt x="4688" y="10964"/>
                  </a:lnTo>
                  <a:lnTo>
                    <a:pt x="4068" y="10964"/>
                  </a:lnTo>
                  <a:cubicBezTo>
                    <a:pt x="3846" y="10964"/>
                    <a:pt x="3669" y="11152"/>
                    <a:pt x="3669" y="11373"/>
                  </a:cubicBezTo>
                  <a:lnTo>
                    <a:pt x="3669" y="13396"/>
                  </a:lnTo>
                  <a:cubicBezTo>
                    <a:pt x="3669" y="13618"/>
                    <a:pt x="3846" y="13791"/>
                    <a:pt x="4068" y="13791"/>
                  </a:cubicBezTo>
                  <a:lnTo>
                    <a:pt x="6090" y="13791"/>
                  </a:lnTo>
                  <a:cubicBezTo>
                    <a:pt x="6312" y="13791"/>
                    <a:pt x="6497" y="13618"/>
                    <a:pt x="6497" y="13396"/>
                  </a:cubicBezTo>
                  <a:lnTo>
                    <a:pt x="6497" y="11373"/>
                  </a:lnTo>
                  <a:cubicBezTo>
                    <a:pt x="6497" y="11152"/>
                    <a:pt x="6312" y="10964"/>
                    <a:pt x="6090" y="10964"/>
                  </a:cubicBezTo>
                  <a:lnTo>
                    <a:pt x="5470" y="10964"/>
                  </a:lnTo>
                  <a:lnTo>
                    <a:pt x="5470" y="9993"/>
                  </a:lnTo>
                  <a:lnTo>
                    <a:pt x="8335" y="9993"/>
                  </a:lnTo>
                  <a:lnTo>
                    <a:pt x="8335" y="10964"/>
                  </a:lnTo>
                  <a:lnTo>
                    <a:pt x="7737" y="10964"/>
                  </a:lnTo>
                  <a:cubicBezTo>
                    <a:pt x="7516" y="10964"/>
                    <a:pt x="7328" y="11152"/>
                    <a:pt x="7328" y="11373"/>
                  </a:cubicBezTo>
                  <a:lnTo>
                    <a:pt x="7328" y="13396"/>
                  </a:lnTo>
                  <a:cubicBezTo>
                    <a:pt x="7328" y="13618"/>
                    <a:pt x="7516" y="13791"/>
                    <a:pt x="7737" y="13791"/>
                  </a:cubicBezTo>
                  <a:lnTo>
                    <a:pt x="9760" y="13791"/>
                  </a:lnTo>
                  <a:cubicBezTo>
                    <a:pt x="9981" y="13791"/>
                    <a:pt x="10158" y="13618"/>
                    <a:pt x="10158" y="13396"/>
                  </a:cubicBezTo>
                  <a:lnTo>
                    <a:pt x="10158" y="11373"/>
                  </a:lnTo>
                  <a:cubicBezTo>
                    <a:pt x="10158" y="11152"/>
                    <a:pt x="9981" y="10964"/>
                    <a:pt x="9760" y="10964"/>
                  </a:cubicBezTo>
                  <a:lnTo>
                    <a:pt x="9140" y="10964"/>
                  </a:lnTo>
                  <a:lnTo>
                    <a:pt x="9140" y="9993"/>
                  </a:lnTo>
                  <a:lnTo>
                    <a:pt x="11993" y="9993"/>
                  </a:lnTo>
                  <a:lnTo>
                    <a:pt x="11993" y="10964"/>
                  </a:lnTo>
                  <a:lnTo>
                    <a:pt x="11373" y="10964"/>
                  </a:lnTo>
                  <a:cubicBezTo>
                    <a:pt x="11151" y="10964"/>
                    <a:pt x="10975" y="11152"/>
                    <a:pt x="10975" y="11373"/>
                  </a:cubicBezTo>
                  <a:lnTo>
                    <a:pt x="10975" y="13396"/>
                  </a:lnTo>
                  <a:cubicBezTo>
                    <a:pt x="10975" y="13618"/>
                    <a:pt x="11151" y="13791"/>
                    <a:pt x="11373" y="13791"/>
                  </a:cubicBezTo>
                  <a:lnTo>
                    <a:pt x="13396" y="13791"/>
                  </a:lnTo>
                  <a:cubicBezTo>
                    <a:pt x="13617" y="13791"/>
                    <a:pt x="13805" y="13618"/>
                    <a:pt x="13805" y="13396"/>
                  </a:cubicBezTo>
                  <a:lnTo>
                    <a:pt x="13805" y="11373"/>
                  </a:lnTo>
                  <a:cubicBezTo>
                    <a:pt x="13805" y="11152"/>
                    <a:pt x="13617" y="10964"/>
                    <a:pt x="13396" y="10964"/>
                  </a:cubicBezTo>
                  <a:lnTo>
                    <a:pt x="12798" y="10964"/>
                  </a:lnTo>
                  <a:lnTo>
                    <a:pt x="12798" y="9598"/>
                  </a:lnTo>
                  <a:cubicBezTo>
                    <a:pt x="12798" y="9373"/>
                    <a:pt x="12624" y="9188"/>
                    <a:pt x="12402" y="9188"/>
                  </a:cubicBezTo>
                  <a:lnTo>
                    <a:pt x="7305" y="9188"/>
                  </a:lnTo>
                  <a:lnTo>
                    <a:pt x="7305" y="8358"/>
                  </a:lnTo>
                  <a:lnTo>
                    <a:pt x="7549" y="8358"/>
                  </a:lnTo>
                  <a:cubicBezTo>
                    <a:pt x="8065" y="8358"/>
                    <a:pt x="8486" y="7926"/>
                    <a:pt x="8486" y="7409"/>
                  </a:cubicBezTo>
                  <a:lnTo>
                    <a:pt x="8486" y="6254"/>
                  </a:lnTo>
                  <a:cubicBezTo>
                    <a:pt x="8486" y="5973"/>
                    <a:pt x="8638" y="5693"/>
                    <a:pt x="8882" y="5482"/>
                  </a:cubicBezTo>
                  <a:cubicBezTo>
                    <a:pt x="9597" y="4899"/>
                    <a:pt x="10018" y="4021"/>
                    <a:pt x="10018" y="3098"/>
                  </a:cubicBezTo>
                  <a:cubicBezTo>
                    <a:pt x="10018" y="1392"/>
                    <a:pt x="8615" y="1"/>
                    <a:pt x="6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4" name="Google Shape;1094;p42"/>
            <p:cNvSpPr/>
            <p:nvPr/>
          </p:nvSpPr>
          <p:spPr>
            <a:xfrm>
              <a:off x="5782663" y="2748350"/>
              <a:ext cx="40350" cy="20200"/>
            </a:xfrm>
            <a:custGeom>
              <a:avLst/>
              <a:gdLst/>
              <a:ahLst/>
              <a:cxnLst/>
              <a:rect l="l" t="t" r="r" b="b"/>
              <a:pathLst>
                <a:path w="1614" h="808" extrusionOk="0">
                  <a:moveTo>
                    <a:pt x="398" y="0"/>
                  </a:moveTo>
                  <a:cubicBezTo>
                    <a:pt x="177" y="0"/>
                    <a:pt x="0" y="188"/>
                    <a:pt x="0" y="410"/>
                  </a:cubicBezTo>
                  <a:cubicBezTo>
                    <a:pt x="0" y="631"/>
                    <a:pt x="177" y="808"/>
                    <a:pt x="398" y="808"/>
                  </a:cubicBezTo>
                  <a:lnTo>
                    <a:pt x="1204" y="808"/>
                  </a:lnTo>
                  <a:cubicBezTo>
                    <a:pt x="1439" y="808"/>
                    <a:pt x="1613" y="631"/>
                    <a:pt x="1613" y="410"/>
                  </a:cubicBezTo>
                  <a:cubicBezTo>
                    <a:pt x="1613" y="188"/>
                    <a:pt x="1439" y="0"/>
                    <a:pt x="1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5" name="Google Shape;1095;p42"/>
            <p:cNvSpPr/>
            <p:nvPr/>
          </p:nvSpPr>
          <p:spPr>
            <a:xfrm>
              <a:off x="5774438" y="2694450"/>
              <a:ext cx="40700" cy="30375"/>
            </a:xfrm>
            <a:custGeom>
              <a:avLst/>
              <a:gdLst/>
              <a:ahLst/>
              <a:cxnLst/>
              <a:rect l="l" t="t" r="r" b="b"/>
              <a:pathLst>
                <a:path w="1628" h="1215" extrusionOk="0">
                  <a:moveTo>
                    <a:pt x="1158" y="1"/>
                  </a:moveTo>
                  <a:cubicBezTo>
                    <a:pt x="1091" y="1"/>
                    <a:pt x="1022" y="18"/>
                    <a:pt x="960" y="52"/>
                  </a:cubicBezTo>
                  <a:lnTo>
                    <a:pt x="259" y="462"/>
                  </a:lnTo>
                  <a:cubicBezTo>
                    <a:pt x="60" y="565"/>
                    <a:pt x="1" y="824"/>
                    <a:pt x="107" y="1011"/>
                  </a:cubicBezTo>
                  <a:cubicBezTo>
                    <a:pt x="186" y="1145"/>
                    <a:pt x="322" y="1214"/>
                    <a:pt x="459" y="1214"/>
                  </a:cubicBezTo>
                  <a:cubicBezTo>
                    <a:pt x="527" y="1214"/>
                    <a:pt x="595" y="1197"/>
                    <a:pt x="657" y="1163"/>
                  </a:cubicBezTo>
                  <a:lnTo>
                    <a:pt x="1359" y="753"/>
                  </a:lnTo>
                  <a:cubicBezTo>
                    <a:pt x="1558" y="650"/>
                    <a:pt x="1628" y="403"/>
                    <a:pt x="1510" y="204"/>
                  </a:cubicBezTo>
                  <a:cubicBezTo>
                    <a:pt x="1431" y="70"/>
                    <a:pt x="1296" y="1"/>
                    <a:pt x="11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6" name="Google Shape;1096;p42"/>
            <p:cNvSpPr/>
            <p:nvPr/>
          </p:nvSpPr>
          <p:spPr>
            <a:xfrm>
              <a:off x="5774438" y="2792200"/>
              <a:ext cx="40700" cy="30350"/>
            </a:xfrm>
            <a:custGeom>
              <a:avLst/>
              <a:gdLst/>
              <a:ahLst/>
              <a:cxnLst/>
              <a:rect l="l" t="t" r="r" b="b"/>
              <a:pathLst>
                <a:path w="1628" h="1214" extrusionOk="0">
                  <a:moveTo>
                    <a:pt x="457" y="0"/>
                  </a:moveTo>
                  <a:cubicBezTo>
                    <a:pt x="320" y="0"/>
                    <a:pt x="186" y="73"/>
                    <a:pt x="107" y="199"/>
                  </a:cubicBezTo>
                  <a:cubicBezTo>
                    <a:pt x="1" y="398"/>
                    <a:pt x="60" y="642"/>
                    <a:pt x="259" y="760"/>
                  </a:cubicBezTo>
                  <a:lnTo>
                    <a:pt x="960" y="1158"/>
                  </a:lnTo>
                  <a:cubicBezTo>
                    <a:pt x="1023" y="1196"/>
                    <a:pt x="1091" y="1214"/>
                    <a:pt x="1159" y="1214"/>
                  </a:cubicBezTo>
                  <a:cubicBezTo>
                    <a:pt x="1296" y="1214"/>
                    <a:pt x="1431" y="1141"/>
                    <a:pt x="1510" y="1018"/>
                  </a:cubicBezTo>
                  <a:cubicBezTo>
                    <a:pt x="1628" y="819"/>
                    <a:pt x="1558" y="572"/>
                    <a:pt x="1359" y="457"/>
                  </a:cubicBezTo>
                  <a:lnTo>
                    <a:pt x="657" y="58"/>
                  </a:lnTo>
                  <a:cubicBezTo>
                    <a:pt x="594" y="19"/>
                    <a:pt x="525" y="0"/>
                    <a:pt x="4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7" name="Google Shape;1097;p42"/>
            <p:cNvSpPr/>
            <p:nvPr/>
          </p:nvSpPr>
          <p:spPr>
            <a:xfrm>
              <a:off x="5546513" y="2748350"/>
              <a:ext cx="40700" cy="20200"/>
            </a:xfrm>
            <a:custGeom>
              <a:avLst/>
              <a:gdLst/>
              <a:ahLst/>
              <a:cxnLst/>
              <a:rect l="l" t="t" r="r" b="b"/>
              <a:pathLst>
                <a:path w="1628" h="808" extrusionOk="0">
                  <a:moveTo>
                    <a:pt x="410" y="0"/>
                  </a:moveTo>
                  <a:cubicBezTo>
                    <a:pt x="188" y="0"/>
                    <a:pt x="1" y="188"/>
                    <a:pt x="1" y="410"/>
                  </a:cubicBezTo>
                  <a:cubicBezTo>
                    <a:pt x="1" y="631"/>
                    <a:pt x="188" y="808"/>
                    <a:pt x="410" y="808"/>
                  </a:cubicBezTo>
                  <a:lnTo>
                    <a:pt x="1218" y="808"/>
                  </a:lnTo>
                  <a:cubicBezTo>
                    <a:pt x="1440" y="808"/>
                    <a:pt x="1628" y="631"/>
                    <a:pt x="1628" y="410"/>
                  </a:cubicBezTo>
                  <a:cubicBezTo>
                    <a:pt x="1628" y="188"/>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8" name="Google Shape;1098;p42"/>
            <p:cNvSpPr/>
            <p:nvPr/>
          </p:nvSpPr>
          <p:spPr>
            <a:xfrm>
              <a:off x="5554713" y="2694450"/>
              <a:ext cx="40650" cy="30375"/>
            </a:xfrm>
            <a:custGeom>
              <a:avLst/>
              <a:gdLst/>
              <a:ahLst/>
              <a:cxnLst/>
              <a:rect l="l" t="t" r="r" b="b"/>
              <a:pathLst>
                <a:path w="1626" h="1215" extrusionOk="0">
                  <a:moveTo>
                    <a:pt x="462" y="1"/>
                  </a:moveTo>
                  <a:cubicBezTo>
                    <a:pt x="321" y="1"/>
                    <a:pt x="184" y="70"/>
                    <a:pt x="107" y="204"/>
                  </a:cubicBezTo>
                  <a:cubicBezTo>
                    <a:pt x="1" y="403"/>
                    <a:pt x="60" y="650"/>
                    <a:pt x="259" y="753"/>
                  </a:cubicBezTo>
                  <a:lnTo>
                    <a:pt x="960" y="1163"/>
                  </a:lnTo>
                  <a:cubicBezTo>
                    <a:pt x="1021" y="1197"/>
                    <a:pt x="1090" y="1214"/>
                    <a:pt x="1159" y="1214"/>
                  </a:cubicBezTo>
                  <a:cubicBezTo>
                    <a:pt x="1299" y="1214"/>
                    <a:pt x="1439" y="1145"/>
                    <a:pt x="1510" y="1011"/>
                  </a:cubicBezTo>
                  <a:cubicBezTo>
                    <a:pt x="1625" y="824"/>
                    <a:pt x="1555" y="565"/>
                    <a:pt x="1356" y="462"/>
                  </a:cubicBezTo>
                  <a:lnTo>
                    <a:pt x="668" y="52"/>
                  </a:lnTo>
                  <a:cubicBezTo>
                    <a:pt x="603" y="18"/>
                    <a:pt x="532"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9" name="Google Shape;1099;p42"/>
            <p:cNvSpPr/>
            <p:nvPr/>
          </p:nvSpPr>
          <p:spPr>
            <a:xfrm>
              <a:off x="5554713" y="2792200"/>
              <a:ext cx="40650" cy="30350"/>
            </a:xfrm>
            <a:custGeom>
              <a:avLst/>
              <a:gdLst/>
              <a:ahLst/>
              <a:cxnLst/>
              <a:rect l="l" t="t" r="r" b="b"/>
              <a:pathLst>
                <a:path w="1626" h="1214" extrusionOk="0">
                  <a:moveTo>
                    <a:pt x="1162" y="0"/>
                  </a:moveTo>
                  <a:cubicBezTo>
                    <a:pt x="1092" y="0"/>
                    <a:pt x="1022" y="19"/>
                    <a:pt x="960" y="58"/>
                  </a:cubicBezTo>
                  <a:lnTo>
                    <a:pt x="259" y="457"/>
                  </a:lnTo>
                  <a:cubicBezTo>
                    <a:pt x="60" y="572"/>
                    <a:pt x="1" y="819"/>
                    <a:pt x="107" y="1018"/>
                  </a:cubicBezTo>
                  <a:cubicBezTo>
                    <a:pt x="184" y="1141"/>
                    <a:pt x="320" y="1214"/>
                    <a:pt x="461" y="1214"/>
                  </a:cubicBezTo>
                  <a:cubicBezTo>
                    <a:pt x="531" y="1214"/>
                    <a:pt x="602" y="1196"/>
                    <a:pt x="668" y="1158"/>
                  </a:cubicBezTo>
                  <a:lnTo>
                    <a:pt x="1356" y="760"/>
                  </a:lnTo>
                  <a:cubicBezTo>
                    <a:pt x="1555" y="642"/>
                    <a:pt x="1625" y="398"/>
                    <a:pt x="1510" y="199"/>
                  </a:cubicBezTo>
                  <a:cubicBezTo>
                    <a:pt x="1439" y="73"/>
                    <a:pt x="1301" y="0"/>
                    <a:pt x="11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01" name="Google Shape;1101;p42"/>
          <p:cNvSpPr/>
          <p:nvPr/>
        </p:nvSpPr>
        <p:spPr>
          <a:xfrm>
            <a:off x="1438450" y="1267700"/>
            <a:ext cx="345150" cy="344900"/>
          </a:xfrm>
          <a:custGeom>
            <a:avLst/>
            <a:gdLst/>
            <a:ahLst/>
            <a:cxnLst/>
            <a:rect l="l" t="t" r="r" b="b"/>
            <a:pathLst>
              <a:path w="13806" h="13796" extrusionOk="0">
                <a:moveTo>
                  <a:pt x="2561" y="880"/>
                </a:moveTo>
                <a:lnTo>
                  <a:pt x="3964" y="1747"/>
                </a:lnTo>
                <a:lnTo>
                  <a:pt x="2561" y="2622"/>
                </a:lnTo>
                <a:lnTo>
                  <a:pt x="1170" y="1747"/>
                </a:lnTo>
                <a:lnTo>
                  <a:pt x="2561" y="880"/>
                </a:lnTo>
                <a:close/>
                <a:moveTo>
                  <a:pt x="11247" y="880"/>
                </a:moveTo>
                <a:lnTo>
                  <a:pt x="12638" y="1747"/>
                </a:lnTo>
                <a:lnTo>
                  <a:pt x="11247" y="2622"/>
                </a:lnTo>
                <a:lnTo>
                  <a:pt x="9855" y="1747"/>
                </a:lnTo>
                <a:lnTo>
                  <a:pt x="11247" y="880"/>
                </a:lnTo>
                <a:close/>
                <a:moveTo>
                  <a:pt x="808" y="2482"/>
                </a:moveTo>
                <a:lnTo>
                  <a:pt x="2152" y="3323"/>
                </a:lnTo>
                <a:lnTo>
                  <a:pt x="2152" y="5065"/>
                </a:lnTo>
                <a:lnTo>
                  <a:pt x="808" y="4224"/>
                </a:lnTo>
                <a:lnTo>
                  <a:pt x="808" y="2482"/>
                </a:lnTo>
                <a:close/>
                <a:moveTo>
                  <a:pt x="4315" y="2482"/>
                </a:moveTo>
                <a:lnTo>
                  <a:pt x="4315" y="4224"/>
                </a:lnTo>
                <a:lnTo>
                  <a:pt x="2971" y="5065"/>
                </a:lnTo>
                <a:lnTo>
                  <a:pt x="2971" y="3323"/>
                </a:lnTo>
                <a:lnTo>
                  <a:pt x="4315" y="2482"/>
                </a:lnTo>
                <a:close/>
                <a:moveTo>
                  <a:pt x="9493" y="2482"/>
                </a:moveTo>
                <a:lnTo>
                  <a:pt x="10837" y="3323"/>
                </a:lnTo>
                <a:lnTo>
                  <a:pt x="10837" y="5065"/>
                </a:lnTo>
                <a:lnTo>
                  <a:pt x="9493" y="4224"/>
                </a:lnTo>
                <a:lnTo>
                  <a:pt x="9493" y="2482"/>
                </a:lnTo>
                <a:close/>
                <a:moveTo>
                  <a:pt x="13000" y="2482"/>
                </a:moveTo>
                <a:lnTo>
                  <a:pt x="13000" y="4224"/>
                </a:lnTo>
                <a:lnTo>
                  <a:pt x="11642" y="5065"/>
                </a:lnTo>
                <a:lnTo>
                  <a:pt x="11642" y="3323"/>
                </a:lnTo>
                <a:lnTo>
                  <a:pt x="13000" y="2482"/>
                </a:lnTo>
                <a:close/>
                <a:moveTo>
                  <a:pt x="2561" y="8479"/>
                </a:moveTo>
                <a:lnTo>
                  <a:pt x="3964" y="9355"/>
                </a:lnTo>
                <a:lnTo>
                  <a:pt x="2561" y="10219"/>
                </a:lnTo>
                <a:lnTo>
                  <a:pt x="1170" y="9355"/>
                </a:lnTo>
                <a:lnTo>
                  <a:pt x="2561" y="8479"/>
                </a:lnTo>
                <a:close/>
                <a:moveTo>
                  <a:pt x="11247" y="8479"/>
                </a:moveTo>
                <a:lnTo>
                  <a:pt x="12638" y="9355"/>
                </a:lnTo>
                <a:lnTo>
                  <a:pt x="11247" y="10219"/>
                </a:lnTo>
                <a:lnTo>
                  <a:pt x="9855" y="9355"/>
                </a:lnTo>
                <a:lnTo>
                  <a:pt x="11247" y="8479"/>
                </a:lnTo>
                <a:close/>
                <a:moveTo>
                  <a:pt x="8685" y="2961"/>
                </a:moveTo>
                <a:lnTo>
                  <a:pt x="8685" y="4445"/>
                </a:lnTo>
                <a:cubicBezTo>
                  <a:pt x="8685" y="4586"/>
                  <a:pt x="8756" y="4715"/>
                  <a:pt x="8873" y="4785"/>
                </a:cubicBezTo>
                <a:lnTo>
                  <a:pt x="10837" y="6025"/>
                </a:lnTo>
                <a:lnTo>
                  <a:pt x="10837" y="7778"/>
                </a:lnTo>
                <a:lnTo>
                  <a:pt x="8873" y="9015"/>
                </a:lnTo>
                <a:cubicBezTo>
                  <a:pt x="8756" y="9085"/>
                  <a:pt x="8685" y="9214"/>
                  <a:pt x="8685" y="9355"/>
                </a:cubicBezTo>
                <a:lnTo>
                  <a:pt x="8685" y="10839"/>
                </a:lnTo>
                <a:lnTo>
                  <a:pt x="5120" y="10839"/>
                </a:lnTo>
                <a:lnTo>
                  <a:pt x="5120" y="9355"/>
                </a:lnTo>
                <a:cubicBezTo>
                  <a:pt x="5120" y="9214"/>
                  <a:pt x="5050" y="9085"/>
                  <a:pt x="4935" y="9015"/>
                </a:cubicBezTo>
                <a:lnTo>
                  <a:pt x="2971" y="7778"/>
                </a:lnTo>
                <a:lnTo>
                  <a:pt x="2971" y="6025"/>
                </a:lnTo>
                <a:lnTo>
                  <a:pt x="4935" y="4785"/>
                </a:lnTo>
                <a:cubicBezTo>
                  <a:pt x="5050" y="4715"/>
                  <a:pt x="5120" y="4586"/>
                  <a:pt x="5120" y="4445"/>
                </a:cubicBezTo>
                <a:lnTo>
                  <a:pt x="5120" y="2961"/>
                </a:lnTo>
                <a:close/>
                <a:moveTo>
                  <a:pt x="808" y="10078"/>
                </a:moveTo>
                <a:lnTo>
                  <a:pt x="2152" y="10920"/>
                </a:lnTo>
                <a:lnTo>
                  <a:pt x="2152" y="12662"/>
                </a:lnTo>
                <a:lnTo>
                  <a:pt x="808" y="11821"/>
                </a:lnTo>
                <a:lnTo>
                  <a:pt x="808" y="10078"/>
                </a:lnTo>
                <a:close/>
                <a:moveTo>
                  <a:pt x="4315" y="10078"/>
                </a:moveTo>
                <a:lnTo>
                  <a:pt x="4315" y="11821"/>
                </a:lnTo>
                <a:lnTo>
                  <a:pt x="2971" y="12662"/>
                </a:lnTo>
                <a:lnTo>
                  <a:pt x="2971" y="10920"/>
                </a:lnTo>
                <a:lnTo>
                  <a:pt x="4315" y="10078"/>
                </a:lnTo>
                <a:close/>
                <a:moveTo>
                  <a:pt x="9493" y="10078"/>
                </a:moveTo>
                <a:lnTo>
                  <a:pt x="10837" y="10920"/>
                </a:lnTo>
                <a:lnTo>
                  <a:pt x="10837" y="12662"/>
                </a:lnTo>
                <a:lnTo>
                  <a:pt x="9493" y="11821"/>
                </a:lnTo>
                <a:lnTo>
                  <a:pt x="9493" y="10078"/>
                </a:lnTo>
                <a:close/>
                <a:moveTo>
                  <a:pt x="13000" y="10078"/>
                </a:moveTo>
                <a:lnTo>
                  <a:pt x="13000" y="11821"/>
                </a:lnTo>
                <a:lnTo>
                  <a:pt x="11642" y="12662"/>
                </a:lnTo>
                <a:lnTo>
                  <a:pt x="11642" y="10920"/>
                </a:lnTo>
                <a:lnTo>
                  <a:pt x="13000" y="10078"/>
                </a:lnTo>
                <a:close/>
                <a:moveTo>
                  <a:pt x="2561" y="0"/>
                </a:moveTo>
                <a:cubicBezTo>
                  <a:pt x="2489" y="0"/>
                  <a:pt x="2416" y="21"/>
                  <a:pt x="2351" y="63"/>
                </a:cubicBezTo>
                <a:lnTo>
                  <a:pt x="188" y="1407"/>
                </a:lnTo>
                <a:cubicBezTo>
                  <a:pt x="70" y="1477"/>
                  <a:pt x="0" y="1618"/>
                  <a:pt x="0" y="1747"/>
                </a:cubicBezTo>
                <a:lnTo>
                  <a:pt x="0" y="4445"/>
                </a:lnTo>
                <a:cubicBezTo>
                  <a:pt x="0" y="4586"/>
                  <a:pt x="70" y="4715"/>
                  <a:pt x="188" y="4785"/>
                </a:cubicBezTo>
                <a:lnTo>
                  <a:pt x="2152" y="6025"/>
                </a:lnTo>
                <a:lnTo>
                  <a:pt x="2152" y="7778"/>
                </a:lnTo>
                <a:lnTo>
                  <a:pt x="188" y="9015"/>
                </a:lnTo>
                <a:cubicBezTo>
                  <a:pt x="70" y="9085"/>
                  <a:pt x="0" y="9214"/>
                  <a:pt x="0" y="9355"/>
                </a:cubicBezTo>
                <a:lnTo>
                  <a:pt x="0" y="12056"/>
                </a:lnTo>
                <a:cubicBezTo>
                  <a:pt x="0" y="12182"/>
                  <a:pt x="70" y="12323"/>
                  <a:pt x="188" y="12393"/>
                </a:cubicBezTo>
                <a:lnTo>
                  <a:pt x="2351" y="13739"/>
                </a:lnTo>
                <a:cubicBezTo>
                  <a:pt x="2410" y="13784"/>
                  <a:pt x="2491" y="13795"/>
                  <a:pt x="2561" y="13795"/>
                </a:cubicBezTo>
                <a:cubicBezTo>
                  <a:pt x="2632" y="13795"/>
                  <a:pt x="2713" y="13784"/>
                  <a:pt x="2772" y="13739"/>
                </a:cubicBezTo>
                <a:lnTo>
                  <a:pt x="4935" y="12393"/>
                </a:lnTo>
                <a:cubicBezTo>
                  <a:pt x="5050" y="12323"/>
                  <a:pt x="5120" y="12182"/>
                  <a:pt x="5120" y="12056"/>
                </a:cubicBezTo>
                <a:lnTo>
                  <a:pt x="5120" y="11647"/>
                </a:lnTo>
                <a:lnTo>
                  <a:pt x="8685" y="11647"/>
                </a:lnTo>
                <a:lnTo>
                  <a:pt x="8685" y="12056"/>
                </a:lnTo>
                <a:cubicBezTo>
                  <a:pt x="8685" y="12182"/>
                  <a:pt x="8756" y="12323"/>
                  <a:pt x="8873" y="12393"/>
                </a:cubicBezTo>
                <a:lnTo>
                  <a:pt x="11025" y="13739"/>
                </a:lnTo>
                <a:cubicBezTo>
                  <a:pt x="11095" y="13784"/>
                  <a:pt x="11165" y="13795"/>
                  <a:pt x="11247" y="13795"/>
                </a:cubicBezTo>
                <a:cubicBezTo>
                  <a:pt x="11317" y="13795"/>
                  <a:pt x="11387" y="13784"/>
                  <a:pt x="11457" y="13739"/>
                </a:cubicBezTo>
                <a:lnTo>
                  <a:pt x="13620" y="12393"/>
                </a:lnTo>
                <a:cubicBezTo>
                  <a:pt x="13735" y="12323"/>
                  <a:pt x="13805" y="12182"/>
                  <a:pt x="13805" y="12056"/>
                </a:cubicBezTo>
                <a:lnTo>
                  <a:pt x="13805" y="9355"/>
                </a:lnTo>
                <a:cubicBezTo>
                  <a:pt x="13805" y="9214"/>
                  <a:pt x="13735" y="9085"/>
                  <a:pt x="13620" y="9015"/>
                </a:cubicBezTo>
                <a:lnTo>
                  <a:pt x="11642" y="7778"/>
                </a:lnTo>
                <a:lnTo>
                  <a:pt x="11642" y="6025"/>
                </a:lnTo>
                <a:lnTo>
                  <a:pt x="13620" y="4785"/>
                </a:lnTo>
                <a:cubicBezTo>
                  <a:pt x="13735" y="4715"/>
                  <a:pt x="13805" y="4586"/>
                  <a:pt x="13805" y="4445"/>
                </a:cubicBezTo>
                <a:lnTo>
                  <a:pt x="13805" y="1747"/>
                </a:lnTo>
                <a:cubicBezTo>
                  <a:pt x="13805" y="1618"/>
                  <a:pt x="13735" y="1477"/>
                  <a:pt x="13620" y="1407"/>
                </a:cubicBezTo>
                <a:lnTo>
                  <a:pt x="11457" y="63"/>
                </a:lnTo>
                <a:cubicBezTo>
                  <a:pt x="11393" y="21"/>
                  <a:pt x="11320" y="0"/>
                  <a:pt x="11245" y="0"/>
                </a:cubicBezTo>
                <a:cubicBezTo>
                  <a:pt x="11171" y="0"/>
                  <a:pt x="11095" y="21"/>
                  <a:pt x="11025" y="63"/>
                </a:cubicBezTo>
                <a:lnTo>
                  <a:pt x="8873" y="1407"/>
                </a:lnTo>
                <a:cubicBezTo>
                  <a:pt x="8756" y="1477"/>
                  <a:pt x="8685" y="1618"/>
                  <a:pt x="8685" y="1747"/>
                </a:cubicBezTo>
                <a:lnTo>
                  <a:pt x="8685" y="2153"/>
                </a:lnTo>
                <a:lnTo>
                  <a:pt x="5120" y="2153"/>
                </a:lnTo>
                <a:lnTo>
                  <a:pt x="5120" y="1747"/>
                </a:lnTo>
                <a:cubicBezTo>
                  <a:pt x="5120" y="1618"/>
                  <a:pt x="5050" y="1477"/>
                  <a:pt x="4935" y="1407"/>
                </a:cubicBezTo>
                <a:lnTo>
                  <a:pt x="2772" y="63"/>
                </a:lnTo>
                <a:cubicBezTo>
                  <a:pt x="2707" y="21"/>
                  <a:pt x="2634" y="0"/>
                  <a:pt x="25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102" name="Google Shape;1102;p42"/>
          <p:cNvGrpSpPr/>
          <p:nvPr/>
        </p:nvGrpSpPr>
        <p:grpSpPr>
          <a:xfrm>
            <a:off x="4489325" y="1258925"/>
            <a:ext cx="346550" cy="344900"/>
            <a:chOff x="3239763" y="2681150"/>
            <a:chExt cx="346550" cy="344900"/>
          </a:xfrm>
        </p:grpSpPr>
        <p:sp>
          <p:nvSpPr>
            <p:cNvPr id="1103" name="Google Shape;1103;p42"/>
            <p:cNvSpPr/>
            <p:nvPr/>
          </p:nvSpPr>
          <p:spPr>
            <a:xfrm>
              <a:off x="3344688" y="2763625"/>
              <a:ext cx="136775" cy="43900"/>
            </a:xfrm>
            <a:custGeom>
              <a:avLst/>
              <a:gdLst/>
              <a:ahLst/>
              <a:cxnLst/>
              <a:rect l="l" t="t" r="r" b="b"/>
              <a:pathLst>
                <a:path w="5471" h="1756" extrusionOk="0">
                  <a:moveTo>
                    <a:pt x="2738" y="1"/>
                  </a:moveTo>
                  <a:cubicBezTo>
                    <a:pt x="1808" y="1"/>
                    <a:pt x="876" y="354"/>
                    <a:pt x="163" y="1061"/>
                  </a:cubicBezTo>
                  <a:cubicBezTo>
                    <a:pt x="0" y="1224"/>
                    <a:pt x="0" y="1482"/>
                    <a:pt x="163" y="1633"/>
                  </a:cubicBezTo>
                  <a:cubicBezTo>
                    <a:pt x="245" y="1715"/>
                    <a:pt x="347" y="1755"/>
                    <a:pt x="449" y="1755"/>
                  </a:cubicBezTo>
                  <a:cubicBezTo>
                    <a:pt x="552" y="1755"/>
                    <a:pt x="654" y="1715"/>
                    <a:pt x="735" y="1633"/>
                  </a:cubicBezTo>
                  <a:cubicBezTo>
                    <a:pt x="1291" y="1083"/>
                    <a:pt x="2015" y="809"/>
                    <a:pt x="2738" y="809"/>
                  </a:cubicBezTo>
                  <a:cubicBezTo>
                    <a:pt x="3462" y="809"/>
                    <a:pt x="4183" y="1083"/>
                    <a:pt x="4733" y="1633"/>
                  </a:cubicBezTo>
                  <a:cubicBezTo>
                    <a:pt x="4814" y="1715"/>
                    <a:pt x="4920" y="1755"/>
                    <a:pt x="5023" y="1755"/>
                  </a:cubicBezTo>
                  <a:cubicBezTo>
                    <a:pt x="5127" y="1755"/>
                    <a:pt x="5230" y="1715"/>
                    <a:pt x="5305" y="1633"/>
                  </a:cubicBezTo>
                  <a:cubicBezTo>
                    <a:pt x="5471" y="1482"/>
                    <a:pt x="5471" y="1224"/>
                    <a:pt x="5305" y="1061"/>
                  </a:cubicBezTo>
                  <a:cubicBezTo>
                    <a:pt x="4598" y="354"/>
                    <a:pt x="3669" y="1"/>
                    <a:pt x="2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4" name="Google Shape;1104;p42"/>
            <p:cNvSpPr/>
            <p:nvPr/>
          </p:nvSpPr>
          <p:spPr>
            <a:xfrm>
              <a:off x="3373313" y="2804075"/>
              <a:ext cx="79475" cy="32100"/>
            </a:xfrm>
            <a:custGeom>
              <a:avLst/>
              <a:gdLst/>
              <a:ahLst/>
              <a:cxnLst/>
              <a:rect l="l" t="t" r="r" b="b"/>
              <a:pathLst>
                <a:path w="3179" h="1284" extrusionOk="0">
                  <a:moveTo>
                    <a:pt x="1591" y="1"/>
                  </a:moveTo>
                  <a:cubicBezTo>
                    <a:pt x="1072" y="1"/>
                    <a:pt x="554" y="196"/>
                    <a:pt x="163" y="588"/>
                  </a:cubicBezTo>
                  <a:cubicBezTo>
                    <a:pt x="0" y="753"/>
                    <a:pt x="0" y="997"/>
                    <a:pt x="163" y="1160"/>
                  </a:cubicBezTo>
                  <a:cubicBezTo>
                    <a:pt x="238" y="1243"/>
                    <a:pt x="341" y="1284"/>
                    <a:pt x="445" y="1284"/>
                  </a:cubicBezTo>
                  <a:cubicBezTo>
                    <a:pt x="548" y="1284"/>
                    <a:pt x="654" y="1243"/>
                    <a:pt x="735" y="1160"/>
                  </a:cubicBezTo>
                  <a:cubicBezTo>
                    <a:pt x="969" y="927"/>
                    <a:pt x="1279" y="811"/>
                    <a:pt x="1591" y="811"/>
                  </a:cubicBezTo>
                  <a:cubicBezTo>
                    <a:pt x="1902" y="811"/>
                    <a:pt x="2215" y="927"/>
                    <a:pt x="2455" y="1160"/>
                  </a:cubicBezTo>
                  <a:cubicBezTo>
                    <a:pt x="2530" y="1243"/>
                    <a:pt x="2633" y="1284"/>
                    <a:pt x="2737" y="1284"/>
                  </a:cubicBezTo>
                  <a:cubicBezTo>
                    <a:pt x="2840" y="1284"/>
                    <a:pt x="2946" y="1243"/>
                    <a:pt x="3027" y="1160"/>
                  </a:cubicBezTo>
                  <a:cubicBezTo>
                    <a:pt x="3178" y="997"/>
                    <a:pt x="3178" y="753"/>
                    <a:pt x="3027" y="588"/>
                  </a:cubicBezTo>
                  <a:cubicBezTo>
                    <a:pt x="2630" y="196"/>
                    <a:pt x="2110" y="1"/>
                    <a:pt x="1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5" name="Google Shape;1105;p42"/>
            <p:cNvSpPr/>
            <p:nvPr/>
          </p:nvSpPr>
          <p:spPr>
            <a:xfrm>
              <a:off x="3403113" y="2844500"/>
              <a:ext cx="20150" cy="20150"/>
            </a:xfrm>
            <a:custGeom>
              <a:avLst/>
              <a:gdLst/>
              <a:ahLst/>
              <a:cxnLst/>
              <a:rect l="l" t="t" r="r" b="b"/>
              <a:pathLst>
                <a:path w="806" h="806" extrusionOk="0">
                  <a:moveTo>
                    <a:pt x="399" y="0"/>
                  </a:moveTo>
                  <a:cubicBezTo>
                    <a:pt x="174" y="0"/>
                    <a:pt x="0" y="174"/>
                    <a:pt x="0" y="398"/>
                  </a:cubicBezTo>
                  <a:cubicBezTo>
                    <a:pt x="0" y="631"/>
                    <a:pt x="174" y="805"/>
                    <a:pt x="399" y="805"/>
                  </a:cubicBezTo>
                  <a:cubicBezTo>
                    <a:pt x="620" y="805"/>
                    <a:pt x="805" y="631"/>
                    <a:pt x="805" y="398"/>
                  </a:cubicBezTo>
                  <a:cubicBezTo>
                    <a:pt x="805" y="174"/>
                    <a:pt x="620"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6" name="Google Shape;1106;p42"/>
            <p:cNvSpPr/>
            <p:nvPr/>
          </p:nvSpPr>
          <p:spPr>
            <a:xfrm>
              <a:off x="3239763" y="2681150"/>
              <a:ext cx="346550" cy="344900"/>
            </a:xfrm>
            <a:custGeom>
              <a:avLst/>
              <a:gdLst/>
              <a:ahLst/>
              <a:cxnLst/>
              <a:rect l="l" t="t" r="r" b="b"/>
              <a:pathLst>
                <a:path w="13862" h="13796" extrusionOk="0">
                  <a:moveTo>
                    <a:pt x="6394" y="806"/>
                  </a:moveTo>
                  <a:cubicBezTo>
                    <a:pt x="7143" y="806"/>
                    <a:pt x="7844" y="1041"/>
                    <a:pt x="8428" y="1485"/>
                  </a:cubicBezTo>
                  <a:cubicBezTo>
                    <a:pt x="8240" y="1602"/>
                    <a:pt x="8066" y="1743"/>
                    <a:pt x="7900" y="1905"/>
                  </a:cubicBezTo>
                  <a:cubicBezTo>
                    <a:pt x="7738" y="2057"/>
                    <a:pt x="7738" y="2315"/>
                    <a:pt x="7900" y="2478"/>
                  </a:cubicBezTo>
                  <a:cubicBezTo>
                    <a:pt x="7978" y="2553"/>
                    <a:pt x="8080" y="2591"/>
                    <a:pt x="8184" y="2591"/>
                  </a:cubicBezTo>
                  <a:cubicBezTo>
                    <a:pt x="8288" y="2591"/>
                    <a:pt x="8393" y="2553"/>
                    <a:pt x="8476" y="2478"/>
                  </a:cubicBezTo>
                  <a:cubicBezTo>
                    <a:pt x="8697" y="2245"/>
                    <a:pt x="8989" y="2079"/>
                    <a:pt x="9269" y="1987"/>
                  </a:cubicBezTo>
                  <a:cubicBezTo>
                    <a:pt x="9480" y="1917"/>
                    <a:pt x="9694" y="1883"/>
                    <a:pt x="9906" y="1883"/>
                  </a:cubicBezTo>
                  <a:cubicBezTo>
                    <a:pt x="10434" y="1883"/>
                    <a:pt x="10943" y="2093"/>
                    <a:pt x="11326" y="2478"/>
                  </a:cubicBezTo>
                  <a:cubicBezTo>
                    <a:pt x="11817" y="2969"/>
                    <a:pt x="12016" y="3659"/>
                    <a:pt x="11876" y="4338"/>
                  </a:cubicBezTo>
                  <a:cubicBezTo>
                    <a:pt x="11794" y="4699"/>
                    <a:pt x="11606" y="5061"/>
                    <a:pt x="11326" y="5331"/>
                  </a:cubicBezTo>
                  <a:cubicBezTo>
                    <a:pt x="11174" y="5493"/>
                    <a:pt x="11174" y="5751"/>
                    <a:pt x="11326" y="5903"/>
                  </a:cubicBezTo>
                  <a:cubicBezTo>
                    <a:pt x="11407" y="5984"/>
                    <a:pt x="11514" y="6021"/>
                    <a:pt x="11618" y="6021"/>
                  </a:cubicBezTo>
                  <a:cubicBezTo>
                    <a:pt x="11724" y="6021"/>
                    <a:pt x="11817" y="5984"/>
                    <a:pt x="11898" y="5903"/>
                  </a:cubicBezTo>
                  <a:cubicBezTo>
                    <a:pt x="12145" y="5656"/>
                    <a:pt x="12344" y="5376"/>
                    <a:pt x="12473" y="5084"/>
                  </a:cubicBezTo>
                  <a:cubicBezTo>
                    <a:pt x="12810" y="5401"/>
                    <a:pt x="12998" y="5855"/>
                    <a:pt x="12998" y="6335"/>
                  </a:cubicBezTo>
                  <a:cubicBezTo>
                    <a:pt x="12998" y="7294"/>
                    <a:pt x="12215" y="8077"/>
                    <a:pt x="11244" y="8077"/>
                  </a:cubicBezTo>
                  <a:lnTo>
                    <a:pt x="2618" y="8077"/>
                  </a:lnTo>
                  <a:cubicBezTo>
                    <a:pt x="1647" y="8077"/>
                    <a:pt x="865" y="7294"/>
                    <a:pt x="865" y="6335"/>
                  </a:cubicBezTo>
                  <a:cubicBezTo>
                    <a:pt x="865" y="5493"/>
                    <a:pt x="1462" y="4792"/>
                    <a:pt x="2245" y="4618"/>
                  </a:cubicBezTo>
                  <a:cubicBezTo>
                    <a:pt x="2279" y="5002"/>
                    <a:pt x="2374" y="5364"/>
                    <a:pt x="2514" y="5726"/>
                  </a:cubicBezTo>
                  <a:cubicBezTo>
                    <a:pt x="2576" y="5886"/>
                    <a:pt x="2725" y="5979"/>
                    <a:pt x="2886" y="5979"/>
                  </a:cubicBezTo>
                  <a:cubicBezTo>
                    <a:pt x="2936" y="5979"/>
                    <a:pt x="2988" y="5970"/>
                    <a:pt x="3039" y="5951"/>
                  </a:cubicBezTo>
                  <a:cubicBezTo>
                    <a:pt x="3249" y="5866"/>
                    <a:pt x="3342" y="5634"/>
                    <a:pt x="3260" y="5423"/>
                  </a:cubicBezTo>
                  <a:cubicBezTo>
                    <a:pt x="3109" y="5025"/>
                    <a:pt x="3028" y="4604"/>
                    <a:pt x="3028" y="4172"/>
                  </a:cubicBezTo>
                  <a:cubicBezTo>
                    <a:pt x="3028" y="2315"/>
                    <a:pt x="4534" y="806"/>
                    <a:pt x="6394" y="806"/>
                  </a:cubicBezTo>
                  <a:close/>
                  <a:moveTo>
                    <a:pt x="2618" y="12178"/>
                  </a:moveTo>
                  <a:cubicBezTo>
                    <a:pt x="2840" y="12178"/>
                    <a:pt x="3028" y="12366"/>
                    <a:pt x="3028" y="12588"/>
                  </a:cubicBezTo>
                  <a:cubicBezTo>
                    <a:pt x="3028" y="12810"/>
                    <a:pt x="2840" y="12986"/>
                    <a:pt x="2618" y="12986"/>
                  </a:cubicBezTo>
                  <a:cubicBezTo>
                    <a:pt x="2396" y="12986"/>
                    <a:pt x="2220" y="12810"/>
                    <a:pt x="2220" y="12588"/>
                  </a:cubicBezTo>
                  <a:cubicBezTo>
                    <a:pt x="2220" y="12366"/>
                    <a:pt x="2396" y="12178"/>
                    <a:pt x="2618" y="12178"/>
                  </a:cubicBezTo>
                  <a:close/>
                  <a:moveTo>
                    <a:pt x="6933" y="12178"/>
                  </a:moveTo>
                  <a:cubicBezTo>
                    <a:pt x="7154" y="12178"/>
                    <a:pt x="7339" y="12366"/>
                    <a:pt x="7339" y="12588"/>
                  </a:cubicBezTo>
                  <a:cubicBezTo>
                    <a:pt x="7339" y="12810"/>
                    <a:pt x="7154" y="12986"/>
                    <a:pt x="6933" y="12986"/>
                  </a:cubicBezTo>
                  <a:cubicBezTo>
                    <a:pt x="6708" y="12986"/>
                    <a:pt x="6534" y="12810"/>
                    <a:pt x="6534" y="12588"/>
                  </a:cubicBezTo>
                  <a:cubicBezTo>
                    <a:pt x="6534" y="12366"/>
                    <a:pt x="6708" y="12178"/>
                    <a:pt x="6933" y="12178"/>
                  </a:cubicBezTo>
                  <a:close/>
                  <a:moveTo>
                    <a:pt x="11244" y="12178"/>
                  </a:moveTo>
                  <a:cubicBezTo>
                    <a:pt x="11466" y="12178"/>
                    <a:pt x="11654" y="12366"/>
                    <a:pt x="11654" y="12588"/>
                  </a:cubicBezTo>
                  <a:cubicBezTo>
                    <a:pt x="11654" y="12810"/>
                    <a:pt x="11466" y="12986"/>
                    <a:pt x="11244" y="12986"/>
                  </a:cubicBezTo>
                  <a:cubicBezTo>
                    <a:pt x="11023" y="12986"/>
                    <a:pt x="10846" y="12810"/>
                    <a:pt x="10846" y="12588"/>
                  </a:cubicBezTo>
                  <a:cubicBezTo>
                    <a:pt x="10846" y="12366"/>
                    <a:pt x="11023" y="12178"/>
                    <a:pt x="11244" y="12178"/>
                  </a:cubicBezTo>
                  <a:close/>
                  <a:moveTo>
                    <a:pt x="6383" y="1"/>
                  </a:moveTo>
                  <a:cubicBezTo>
                    <a:pt x="4220" y="1"/>
                    <a:pt x="2430" y="1647"/>
                    <a:pt x="2234" y="3762"/>
                  </a:cubicBezTo>
                  <a:lnTo>
                    <a:pt x="2208" y="3762"/>
                  </a:lnTo>
                  <a:lnTo>
                    <a:pt x="2208" y="3799"/>
                  </a:lnTo>
                  <a:cubicBezTo>
                    <a:pt x="957" y="3998"/>
                    <a:pt x="1" y="5120"/>
                    <a:pt x="60" y="6442"/>
                  </a:cubicBezTo>
                  <a:cubicBezTo>
                    <a:pt x="104" y="7785"/>
                    <a:pt x="1297" y="8896"/>
                    <a:pt x="2641" y="8896"/>
                  </a:cubicBezTo>
                  <a:lnTo>
                    <a:pt x="4091" y="8896"/>
                  </a:lnTo>
                  <a:lnTo>
                    <a:pt x="4091" y="11034"/>
                  </a:lnTo>
                  <a:lnTo>
                    <a:pt x="3308" y="11595"/>
                  </a:lnTo>
                  <a:cubicBezTo>
                    <a:pt x="3109" y="11459"/>
                    <a:pt x="2871" y="11370"/>
                    <a:pt x="2612" y="11370"/>
                  </a:cubicBezTo>
                  <a:cubicBezTo>
                    <a:pt x="2584" y="11370"/>
                    <a:pt x="2555" y="11371"/>
                    <a:pt x="2525" y="11373"/>
                  </a:cubicBezTo>
                  <a:cubicBezTo>
                    <a:pt x="1917" y="11421"/>
                    <a:pt x="1426" y="11923"/>
                    <a:pt x="1403" y="12543"/>
                  </a:cubicBezTo>
                  <a:cubicBezTo>
                    <a:pt x="1378" y="13230"/>
                    <a:pt x="1928" y="13791"/>
                    <a:pt x="2618" y="13791"/>
                  </a:cubicBezTo>
                  <a:cubicBezTo>
                    <a:pt x="3286" y="13791"/>
                    <a:pt x="3822" y="13256"/>
                    <a:pt x="3822" y="12588"/>
                  </a:cubicBezTo>
                  <a:cubicBezTo>
                    <a:pt x="3822" y="12473"/>
                    <a:pt x="3810" y="12355"/>
                    <a:pt x="3777" y="12249"/>
                  </a:cubicBezTo>
                  <a:lnTo>
                    <a:pt x="4733" y="11572"/>
                  </a:lnTo>
                  <a:cubicBezTo>
                    <a:pt x="4840" y="11491"/>
                    <a:pt x="4910" y="11373"/>
                    <a:pt x="4910" y="11233"/>
                  </a:cubicBezTo>
                  <a:lnTo>
                    <a:pt x="4910" y="8896"/>
                  </a:lnTo>
                  <a:lnTo>
                    <a:pt x="6523" y="8896"/>
                  </a:lnTo>
                  <a:lnTo>
                    <a:pt x="6523" y="11443"/>
                  </a:lnTo>
                  <a:cubicBezTo>
                    <a:pt x="6032" y="11617"/>
                    <a:pt x="5681" y="12097"/>
                    <a:pt x="5715" y="12658"/>
                  </a:cubicBezTo>
                  <a:cubicBezTo>
                    <a:pt x="5752" y="13278"/>
                    <a:pt x="6254" y="13769"/>
                    <a:pt x="6874" y="13791"/>
                  </a:cubicBezTo>
                  <a:cubicBezTo>
                    <a:pt x="6895" y="13793"/>
                    <a:pt x="6917" y="13793"/>
                    <a:pt x="6938" y="13793"/>
                  </a:cubicBezTo>
                  <a:cubicBezTo>
                    <a:pt x="7609" y="13793"/>
                    <a:pt x="8136" y="13246"/>
                    <a:pt x="8136" y="12588"/>
                  </a:cubicBezTo>
                  <a:cubicBezTo>
                    <a:pt x="8136" y="12063"/>
                    <a:pt x="7797" y="11606"/>
                    <a:pt x="7328" y="11443"/>
                  </a:cubicBezTo>
                  <a:lnTo>
                    <a:pt x="7328" y="8896"/>
                  </a:lnTo>
                  <a:lnTo>
                    <a:pt x="8952" y="8896"/>
                  </a:lnTo>
                  <a:lnTo>
                    <a:pt x="8952" y="11233"/>
                  </a:lnTo>
                  <a:cubicBezTo>
                    <a:pt x="8952" y="11373"/>
                    <a:pt x="9011" y="11491"/>
                    <a:pt x="9118" y="11572"/>
                  </a:cubicBezTo>
                  <a:lnTo>
                    <a:pt x="10075" y="12249"/>
                  </a:lnTo>
                  <a:cubicBezTo>
                    <a:pt x="10041" y="12355"/>
                    <a:pt x="10030" y="12473"/>
                    <a:pt x="10030" y="12588"/>
                  </a:cubicBezTo>
                  <a:cubicBezTo>
                    <a:pt x="10030" y="13255"/>
                    <a:pt x="10568" y="13796"/>
                    <a:pt x="11234" y="13796"/>
                  </a:cubicBezTo>
                  <a:cubicBezTo>
                    <a:pt x="11268" y="13796"/>
                    <a:pt x="11303" y="13794"/>
                    <a:pt x="11337" y="13791"/>
                  </a:cubicBezTo>
                  <a:cubicBezTo>
                    <a:pt x="11923" y="13747"/>
                    <a:pt x="12403" y="13267"/>
                    <a:pt x="12448" y="12683"/>
                  </a:cubicBezTo>
                  <a:cubicBezTo>
                    <a:pt x="12507" y="11968"/>
                    <a:pt x="11946" y="11373"/>
                    <a:pt x="11244" y="11373"/>
                  </a:cubicBezTo>
                  <a:cubicBezTo>
                    <a:pt x="10986" y="11373"/>
                    <a:pt x="10742" y="11455"/>
                    <a:pt x="10543" y="11595"/>
                  </a:cubicBezTo>
                  <a:lnTo>
                    <a:pt x="9760" y="11034"/>
                  </a:lnTo>
                  <a:lnTo>
                    <a:pt x="9760" y="8896"/>
                  </a:lnTo>
                  <a:lnTo>
                    <a:pt x="11211" y="8896"/>
                  </a:lnTo>
                  <a:cubicBezTo>
                    <a:pt x="12529" y="8896"/>
                    <a:pt x="13710" y="7819"/>
                    <a:pt x="13792" y="6498"/>
                  </a:cubicBezTo>
                  <a:cubicBezTo>
                    <a:pt x="13862" y="5600"/>
                    <a:pt x="13430" y="4733"/>
                    <a:pt x="12706" y="4231"/>
                  </a:cubicBezTo>
                  <a:cubicBezTo>
                    <a:pt x="12799" y="3367"/>
                    <a:pt x="12507" y="2514"/>
                    <a:pt x="11898" y="1905"/>
                  </a:cubicBezTo>
                  <a:cubicBezTo>
                    <a:pt x="11354" y="1362"/>
                    <a:pt x="10635" y="1071"/>
                    <a:pt x="9899" y="1071"/>
                  </a:cubicBezTo>
                  <a:cubicBezTo>
                    <a:pt x="9686" y="1071"/>
                    <a:pt x="9471" y="1095"/>
                    <a:pt x="9258" y="1145"/>
                  </a:cubicBezTo>
                  <a:cubicBezTo>
                    <a:pt x="8487" y="396"/>
                    <a:pt x="7468" y="1"/>
                    <a:pt x="6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7" name="Google Shape;1107;p42"/>
            <p:cNvSpPr/>
            <p:nvPr/>
          </p:nvSpPr>
          <p:spPr>
            <a:xfrm>
              <a:off x="3471488" y="2730800"/>
              <a:ext cx="300" cy="25"/>
            </a:xfrm>
            <a:custGeom>
              <a:avLst/>
              <a:gdLst/>
              <a:ahLst/>
              <a:cxnLst/>
              <a:rect l="l" t="t" r="r" b="b"/>
              <a:pathLst>
                <a:path w="12" h="1" extrusionOk="0">
                  <a:moveTo>
                    <a:pt x="0" y="1"/>
                  </a:moveTo>
                  <a:lnTo>
                    <a:pt x="0" y="1"/>
                  </a:lnTo>
                  <a:cubicBezTo>
                    <a:pt x="0" y="1"/>
                    <a:pt x="12"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cxnSp>
        <p:nvCxnSpPr>
          <p:cNvPr id="1111" name="Google Shape;1111;p42"/>
          <p:cNvCxnSpPr>
            <a:cxnSpLocks/>
            <a:stCxn id="1044" idx="3"/>
            <a:endCxn id="1056" idx="1"/>
          </p:cNvCxnSpPr>
          <p:nvPr/>
        </p:nvCxnSpPr>
        <p:spPr>
          <a:xfrm flipH="1">
            <a:off x="1336675" y="1440150"/>
            <a:ext cx="6440400" cy="1859700"/>
          </a:xfrm>
          <a:prstGeom prst="bentConnector5">
            <a:avLst>
              <a:gd name="adj1" fmla="val -10143"/>
              <a:gd name="adj2" fmla="val 72786"/>
              <a:gd name="adj3" fmla="val 109933"/>
            </a:avLst>
          </a:prstGeom>
          <a:noFill/>
          <a:ln w="9525" cap="flat" cmpd="sng">
            <a:solidFill>
              <a:schemeClr val="lt1"/>
            </a:solidFill>
            <a:prstDash val="solid"/>
            <a:round/>
            <a:headEnd type="none" w="med" len="med"/>
            <a:tailEnd type="diamond" w="med" len="med"/>
          </a:ln>
        </p:spPr>
      </p:cxnSp>
      <p:sp>
        <p:nvSpPr>
          <p:cNvPr id="100" name="Google Shape;1048;p42">
            <a:extLst>
              <a:ext uri="{FF2B5EF4-FFF2-40B4-BE49-F238E27FC236}">
                <a16:creationId xmlns:a16="http://schemas.microsoft.com/office/drawing/2014/main" id="{C71669E1-3B4B-4687-989D-8033E2CA7C0C}"/>
              </a:ext>
            </a:extLst>
          </p:cNvPr>
          <p:cNvSpPr txBox="1"/>
          <p:nvPr/>
        </p:nvSpPr>
        <p:spPr>
          <a:xfrm flipH="1">
            <a:off x="1370144" y="3763572"/>
            <a:ext cx="2460635"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dirty="0">
                <a:solidFill>
                  <a:schemeClr val="dk1"/>
                </a:solidFill>
                <a:latin typeface="Hanken Grotesk"/>
                <a:ea typeface="Hanken Grotesk"/>
                <a:cs typeface="Hanken Grotesk"/>
                <a:sym typeface="Hanken Grotesk"/>
              </a:rPr>
              <a:t>Embedding Database</a:t>
            </a:r>
          </a:p>
          <a:p>
            <a:pPr marL="0" lvl="0" indent="0" rtl="0">
              <a:spcBef>
                <a:spcPts val="0"/>
              </a:spcBef>
              <a:spcAft>
                <a:spcPts val="0"/>
              </a:spcAft>
              <a:buNone/>
            </a:pPr>
            <a:r>
              <a:rPr lang="en-GB" sz="1200" dirty="0">
                <a:solidFill>
                  <a:schemeClr val="dk1"/>
                </a:solidFill>
                <a:latin typeface="Hanken Grotesk"/>
                <a:ea typeface="Hanken Grotesk"/>
                <a:cs typeface="Hanken Grotesk"/>
                <a:sym typeface="Hanken Grotesk"/>
              </a:rPr>
              <a:t>Facial embeddings stored locally in a JSON database with associated identities</a:t>
            </a:r>
            <a:endParaRPr sz="1200" dirty="0">
              <a:solidFill>
                <a:schemeClr val="dk1"/>
              </a:solidFill>
              <a:latin typeface="Hanken Grotesk"/>
              <a:ea typeface="Hanken Grotesk"/>
              <a:cs typeface="Hanken Grotesk"/>
              <a:sym typeface="Hanken Grotesk"/>
            </a:endParaRPr>
          </a:p>
        </p:txBody>
      </p:sp>
      <p:cxnSp>
        <p:nvCxnSpPr>
          <p:cNvPr id="101" name="Google Shape;1065;p42">
            <a:extLst>
              <a:ext uri="{FF2B5EF4-FFF2-40B4-BE49-F238E27FC236}">
                <a16:creationId xmlns:a16="http://schemas.microsoft.com/office/drawing/2014/main" id="{A6331231-E825-4920-ADFE-6552CE59FB64}"/>
              </a:ext>
            </a:extLst>
          </p:cNvPr>
          <p:cNvCxnSpPr>
            <a:cxnSpLocks/>
          </p:cNvCxnSpPr>
          <p:nvPr/>
        </p:nvCxnSpPr>
        <p:spPr>
          <a:xfrm>
            <a:off x="2848167" y="3261198"/>
            <a:ext cx="2690595" cy="10199"/>
          </a:xfrm>
          <a:prstGeom prst="straightConnector1">
            <a:avLst/>
          </a:prstGeom>
          <a:noFill/>
          <a:ln w="9525" cap="flat" cmpd="sng">
            <a:solidFill>
              <a:schemeClr val="lt1"/>
            </a:solidFill>
            <a:prstDash val="solid"/>
            <a:round/>
            <a:headEnd type="none" w="med" len="med"/>
            <a:tailEnd type="diamond" w="med" len="med"/>
          </a:ln>
        </p:spPr>
      </p:cxnSp>
    </p:spTree>
    <p:extLst>
      <p:ext uri="{BB962C8B-B14F-4D97-AF65-F5344CB8AC3E}">
        <p14:creationId xmlns:p14="http://schemas.microsoft.com/office/powerpoint/2010/main" val="3446070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42"/>
          <p:cNvSpPr txBox="1">
            <a:spLocks noGrp="1"/>
          </p:cNvSpPr>
          <p:nvPr>
            <p:ph type="title"/>
          </p:nvPr>
        </p:nvSpPr>
        <p:spPr>
          <a:xfrm>
            <a:off x="772425" y="143000"/>
            <a:ext cx="77040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dirty="0"/>
              <a:t>UROOJ FATIMA</a:t>
            </a:r>
            <a:r>
              <a:rPr lang="en" sz="2600" b="0" dirty="0">
                <a:latin typeface="Raleway Black"/>
                <a:ea typeface="Raleway Black"/>
                <a:cs typeface="Raleway Black"/>
                <a:sym typeface="Raleway Black"/>
              </a:rPr>
              <a:t> </a:t>
            </a:r>
            <a:r>
              <a:rPr lang="en" sz="2600" b="1" dirty="0">
                <a:latin typeface="+mj-lt"/>
                <a:ea typeface="Raleway Black"/>
                <a:cs typeface="Raleway Black"/>
                <a:sym typeface="Raleway Black"/>
              </a:rPr>
              <a:t>CS-O22</a:t>
            </a:r>
            <a:br>
              <a:rPr lang="en" sz="2600" b="1" dirty="0">
                <a:latin typeface="+mj-lt"/>
                <a:ea typeface="Raleway Black"/>
                <a:cs typeface="Raleway Black"/>
                <a:sym typeface="Raleway Black"/>
              </a:rPr>
            </a:br>
            <a:r>
              <a:rPr lang="en-GB" sz="1600" dirty="0"/>
              <a:t>Responsible for </a:t>
            </a:r>
            <a:r>
              <a:rPr lang="en-GB" sz="1600" b="1" dirty="0"/>
              <a:t>Currency Detection</a:t>
            </a:r>
            <a:r>
              <a:rPr lang="en-GB" sz="1600" dirty="0"/>
              <a:t>, ensuring reliable recognition of different currency notes (PKR), aiding VI users in financial transactions.</a:t>
            </a:r>
            <a:endParaRPr sz="1600" b="1" dirty="0">
              <a:latin typeface="Raleway Black"/>
              <a:ea typeface="Raleway Black"/>
              <a:cs typeface="Raleway Black"/>
              <a:sym typeface="Raleway Black"/>
            </a:endParaRPr>
          </a:p>
        </p:txBody>
      </p:sp>
      <p:sp>
        <p:nvSpPr>
          <p:cNvPr id="1041" name="Google Shape;1041;p42"/>
          <p:cNvSpPr/>
          <p:nvPr/>
        </p:nvSpPr>
        <p:spPr>
          <a:xfrm>
            <a:off x="13366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2"/>
          <p:cNvSpPr/>
          <p:nvPr/>
        </p:nvSpPr>
        <p:spPr>
          <a:xfrm>
            <a:off x="33005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2"/>
          <p:cNvSpPr/>
          <p:nvPr/>
        </p:nvSpPr>
        <p:spPr>
          <a:xfrm>
            <a:off x="52644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2"/>
          <p:cNvSpPr/>
          <p:nvPr/>
        </p:nvSpPr>
        <p:spPr>
          <a:xfrm>
            <a:off x="72283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2"/>
          <p:cNvSpPr txBox="1"/>
          <p:nvPr/>
        </p:nvSpPr>
        <p:spPr>
          <a:xfrm flipH="1">
            <a:off x="6966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Problem Identification</a:t>
            </a:r>
            <a:endParaRPr sz="1200" dirty="0">
              <a:solidFill>
                <a:schemeClr val="dk1"/>
              </a:solidFill>
              <a:latin typeface="Hanken Grotesk"/>
              <a:ea typeface="Hanken Grotesk"/>
              <a:cs typeface="Hanken Grotesk"/>
              <a:sym typeface="Hanken Grotesk"/>
            </a:endParaRPr>
          </a:p>
        </p:txBody>
      </p:sp>
      <p:sp>
        <p:nvSpPr>
          <p:cNvPr id="1046" name="Google Shape;1046;p42"/>
          <p:cNvSpPr txBox="1"/>
          <p:nvPr/>
        </p:nvSpPr>
        <p:spPr>
          <a:xfrm flipH="1">
            <a:off x="3524033" y="1832288"/>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Early Approaches:</a:t>
            </a:r>
          </a:p>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Tested pre-trained models and YOLOv8n</a:t>
            </a:r>
            <a:endParaRPr sz="1200" dirty="0">
              <a:solidFill>
                <a:schemeClr val="dk1"/>
              </a:solidFill>
              <a:latin typeface="Hanken Grotesk"/>
              <a:ea typeface="Hanken Grotesk"/>
              <a:cs typeface="Hanken Grotesk"/>
              <a:sym typeface="Hanken Grotesk"/>
            </a:endParaRPr>
          </a:p>
        </p:txBody>
      </p:sp>
      <p:sp>
        <p:nvSpPr>
          <p:cNvPr id="1048" name="Google Shape;1048;p42"/>
          <p:cNvSpPr txBox="1"/>
          <p:nvPr/>
        </p:nvSpPr>
        <p:spPr>
          <a:xfrm flipH="1">
            <a:off x="65883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Custom Dataset Creation</a:t>
            </a:r>
            <a:endParaRPr sz="1200" dirty="0">
              <a:solidFill>
                <a:schemeClr val="dk1"/>
              </a:solidFill>
              <a:latin typeface="Hanken Grotesk"/>
              <a:ea typeface="Hanken Grotesk"/>
              <a:cs typeface="Hanken Grotesk"/>
              <a:sym typeface="Hanken Grotesk"/>
            </a:endParaRPr>
          </a:p>
        </p:txBody>
      </p:sp>
      <p:cxnSp>
        <p:nvCxnSpPr>
          <p:cNvPr id="1049" name="Google Shape;1049;p42"/>
          <p:cNvCxnSpPr>
            <a:cxnSpLocks/>
            <a:stCxn id="1041" idx="3"/>
          </p:cNvCxnSpPr>
          <p:nvPr/>
        </p:nvCxnSpPr>
        <p:spPr>
          <a:xfrm>
            <a:off x="1885375" y="1440150"/>
            <a:ext cx="2123917" cy="0"/>
          </a:xfrm>
          <a:prstGeom prst="straightConnector1">
            <a:avLst/>
          </a:prstGeom>
          <a:noFill/>
          <a:ln w="9525" cap="flat" cmpd="sng">
            <a:solidFill>
              <a:schemeClr val="lt1"/>
            </a:solidFill>
            <a:prstDash val="solid"/>
            <a:round/>
            <a:headEnd type="none" w="med" len="med"/>
            <a:tailEnd type="diamond" w="med" len="med"/>
          </a:ln>
        </p:spPr>
      </p:cxnSp>
      <p:cxnSp>
        <p:nvCxnSpPr>
          <p:cNvPr id="1051" name="Google Shape;1051;p42"/>
          <p:cNvCxnSpPr>
            <a:cxnSpLocks/>
          </p:cNvCxnSpPr>
          <p:nvPr/>
        </p:nvCxnSpPr>
        <p:spPr>
          <a:xfrm flipV="1">
            <a:off x="4994031" y="1426800"/>
            <a:ext cx="2039815" cy="13350"/>
          </a:xfrm>
          <a:prstGeom prst="straightConnector1">
            <a:avLst/>
          </a:prstGeom>
          <a:noFill/>
          <a:ln w="9525" cap="flat" cmpd="sng">
            <a:solidFill>
              <a:schemeClr val="lt1"/>
            </a:solidFill>
            <a:prstDash val="solid"/>
            <a:round/>
            <a:headEnd type="none" w="med" len="med"/>
            <a:tailEnd type="diamond" w="med" len="med"/>
          </a:ln>
        </p:spPr>
      </p:cxnSp>
      <p:cxnSp>
        <p:nvCxnSpPr>
          <p:cNvPr id="1052" name="Google Shape;1052;p42"/>
          <p:cNvCxnSpPr>
            <a:stCxn id="1041" idx="2"/>
            <a:endCxn id="1045" idx="0"/>
          </p:cNvCxnSpPr>
          <p:nvPr/>
        </p:nvCxnSpPr>
        <p:spPr>
          <a:xfrm>
            <a:off x="1611025" y="1714500"/>
            <a:ext cx="0" cy="148200"/>
          </a:xfrm>
          <a:prstGeom prst="straightConnector1">
            <a:avLst/>
          </a:prstGeom>
          <a:noFill/>
          <a:ln w="9525" cap="flat" cmpd="sng">
            <a:solidFill>
              <a:schemeClr val="lt1"/>
            </a:solidFill>
            <a:prstDash val="solid"/>
            <a:round/>
            <a:headEnd type="none" w="med" len="med"/>
            <a:tailEnd type="none" w="med" len="med"/>
          </a:ln>
        </p:spPr>
      </p:cxnSp>
      <p:cxnSp>
        <p:nvCxnSpPr>
          <p:cNvPr id="1053" name="Google Shape;1053;p42"/>
          <p:cNvCxnSpPr>
            <a:cxnSpLocks/>
          </p:cNvCxnSpPr>
          <p:nvPr/>
        </p:nvCxnSpPr>
        <p:spPr>
          <a:xfrm>
            <a:off x="4461375" y="1640525"/>
            <a:ext cx="0" cy="148075"/>
          </a:xfrm>
          <a:prstGeom prst="straightConnector1">
            <a:avLst/>
          </a:prstGeom>
          <a:noFill/>
          <a:ln w="9525" cap="flat" cmpd="sng">
            <a:solidFill>
              <a:schemeClr val="lt1"/>
            </a:solidFill>
            <a:prstDash val="solid"/>
            <a:round/>
            <a:headEnd type="none" w="med" len="med"/>
            <a:tailEnd type="none" w="med" len="med"/>
          </a:ln>
        </p:spPr>
      </p:cxnSp>
      <p:cxnSp>
        <p:nvCxnSpPr>
          <p:cNvPr id="1055" name="Google Shape;1055;p42"/>
          <p:cNvCxnSpPr>
            <a:stCxn id="1044" idx="2"/>
            <a:endCxn id="1048" idx="0"/>
          </p:cNvCxnSpPr>
          <p:nvPr/>
        </p:nvCxnSpPr>
        <p:spPr>
          <a:xfrm>
            <a:off x="7502725" y="1714500"/>
            <a:ext cx="0" cy="148200"/>
          </a:xfrm>
          <a:prstGeom prst="straightConnector1">
            <a:avLst/>
          </a:prstGeom>
          <a:noFill/>
          <a:ln w="9525" cap="flat" cmpd="sng">
            <a:solidFill>
              <a:schemeClr val="lt1"/>
            </a:solidFill>
            <a:prstDash val="solid"/>
            <a:round/>
            <a:headEnd type="none" w="med" len="med"/>
            <a:tailEnd type="none" w="med" len="med"/>
          </a:ln>
        </p:spPr>
      </p:cxnSp>
      <p:sp>
        <p:nvSpPr>
          <p:cNvPr id="1056" name="Google Shape;1056;p42"/>
          <p:cNvSpPr/>
          <p:nvPr/>
        </p:nvSpPr>
        <p:spPr>
          <a:xfrm>
            <a:off x="13366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2"/>
          <p:cNvSpPr/>
          <p:nvPr/>
        </p:nvSpPr>
        <p:spPr>
          <a:xfrm>
            <a:off x="33005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2"/>
          <p:cNvSpPr/>
          <p:nvPr/>
        </p:nvSpPr>
        <p:spPr>
          <a:xfrm>
            <a:off x="52644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2"/>
          <p:cNvSpPr txBox="1"/>
          <p:nvPr/>
        </p:nvSpPr>
        <p:spPr>
          <a:xfrm flipH="1">
            <a:off x="6966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Data Preprocessing and Augmentatiom</a:t>
            </a:r>
            <a:endParaRPr sz="1200" dirty="0">
              <a:solidFill>
                <a:schemeClr val="dk1"/>
              </a:solidFill>
              <a:latin typeface="Hanken Grotesk"/>
              <a:ea typeface="Hanken Grotesk"/>
              <a:cs typeface="Hanken Grotesk"/>
              <a:sym typeface="Hanken Grotesk"/>
            </a:endParaRPr>
          </a:p>
        </p:txBody>
      </p:sp>
      <p:sp>
        <p:nvSpPr>
          <p:cNvPr id="1061" name="Google Shape;1061;p42"/>
          <p:cNvSpPr txBox="1"/>
          <p:nvPr/>
        </p:nvSpPr>
        <p:spPr>
          <a:xfrm flipH="1">
            <a:off x="26605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Model Training</a:t>
            </a:r>
          </a:p>
          <a:p>
            <a:pPr marL="0" lvl="0" indent="0" algn="ctr" rtl="0">
              <a:spcBef>
                <a:spcPts val="0"/>
              </a:spcBef>
              <a:spcAft>
                <a:spcPts val="0"/>
              </a:spcAft>
              <a:buNone/>
            </a:pPr>
            <a:r>
              <a:rPr lang="en" sz="1200" dirty="0">
                <a:solidFill>
                  <a:schemeClr val="dk1"/>
                </a:solidFill>
                <a:latin typeface="Hanken Grotesk"/>
                <a:ea typeface="Hanken Grotesk"/>
                <a:cs typeface="Hanken Grotesk"/>
                <a:sym typeface="Hanken Grotesk"/>
              </a:rPr>
              <a:t>(YOLOv8s)</a:t>
            </a:r>
            <a:endParaRPr sz="1200" dirty="0">
              <a:solidFill>
                <a:schemeClr val="dk1"/>
              </a:solidFill>
              <a:latin typeface="Hanken Grotesk"/>
              <a:ea typeface="Hanken Grotesk"/>
              <a:cs typeface="Hanken Grotesk"/>
              <a:sym typeface="Hanken Grotesk"/>
            </a:endParaRPr>
          </a:p>
        </p:txBody>
      </p:sp>
      <p:sp>
        <p:nvSpPr>
          <p:cNvPr id="1062" name="Google Shape;1062;p42"/>
          <p:cNvSpPr txBox="1"/>
          <p:nvPr/>
        </p:nvSpPr>
        <p:spPr>
          <a:xfrm flipH="1">
            <a:off x="46244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Hanken Grotesk"/>
                <a:ea typeface="Hanken Grotesk"/>
                <a:cs typeface="Hanken Grotesk"/>
                <a:sym typeface="Hanken Grotesk"/>
              </a:rPr>
              <a:t>Final Results:</a:t>
            </a:r>
          </a:p>
          <a:p>
            <a:pPr marL="0" lvl="0" indent="0" algn="ctr" rtl="0">
              <a:spcBef>
                <a:spcPts val="0"/>
              </a:spcBef>
              <a:spcAft>
                <a:spcPts val="0"/>
              </a:spcAft>
              <a:buNone/>
            </a:pPr>
            <a:r>
              <a:rPr lang="en-US" sz="1200" dirty="0">
                <a:solidFill>
                  <a:schemeClr val="dk1"/>
                </a:solidFill>
                <a:latin typeface="Hanken Grotesk"/>
                <a:ea typeface="Hanken Grotesk"/>
                <a:cs typeface="Hanken Grotesk"/>
                <a:sym typeface="Hanken Grotesk"/>
              </a:rPr>
              <a:t>Achieved overall 96.5% accuracy with F1-score 93.5% </a:t>
            </a:r>
            <a:endParaRPr sz="1200" dirty="0">
              <a:solidFill>
                <a:schemeClr val="dk1"/>
              </a:solidFill>
              <a:latin typeface="Hanken Grotesk"/>
              <a:ea typeface="Hanken Grotesk"/>
              <a:cs typeface="Hanken Grotesk"/>
              <a:sym typeface="Hanken Grotesk"/>
            </a:endParaRPr>
          </a:p>
        </p:txBody>
      </p:sp>
      <p:cxnSp>
        <p:nvCxnSpPr>
          <p:cNvPr id="1064" name="Google Shape;1064;p42"/>
          <p:cNvCxnSpPr>
            <a:cxnSpLocks/>
            <a:stCxn id="1056" idx="3"/>
            <a:endCxn id="1057" idx="1"/>
          </p:cNvCxnSpPr>
          <p:nvPr/>
        </p:nvCxnSpPr>
        <p:spPr>
          <a:xfrm>
            <a:off x="1885375" y="3299875"/>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5" name="Google Shape;1065;p42"/>
          <p:cNvCxnSpPr>
            <a:stCxn id="1057" idx="3"/>
            <a:endCxn id="1058" idx="1"/>
          </p:cNvCxnSpPr>
          <p:nvPr/>
        </p:nvCxnSpPr>
        <p:spPr>
          <a:xfrm>
            <a:off x="3849275" y="3299875"/>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7" name="Google Shape;1067;p42"/>
          <p:cNvCxnSpPr>
            <a:cxnSpLocks/>
            <a:stCxn id="1056" idx="2"/>
            <a:endCxn id="1060" idx="0"/>
          </p:cNvCxnSpPr>
          <p:nvPr/>
        </p:nvCxnSpPr>
        <p:spPr>
          <a:xfrm>
            <a:off x="16110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68" name="Google Shape;1068;p42"/>
          <p:cNvCxnSpPr>
            <a:cxnSpLocks/>
            <a:stCxn id="1057" idx="2"/>
            <a:endCxn id="1061" idx="0"/>
          </p:cNvCxnSpPr>
          <p:nvPr/>
        </p:nvCxnSpPr>
        <p:spPr>
          <a:xfrm>
            <a:off x="35749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69" name="Google Shape;1069;p42"/>
          <p:cNvCxnSpPr>
            <a:cxnSpLocks/>
            <a:stCxn id="1058" idx="2"/>
            <a:endCxn id="1062" idx="0"/>
          </p:cNvCxnSpPr>
          <p:nvPr/>
        </p:nvCxnSpPr>
        <p:spPr>
          <a:xfrm>
            <a:off x="5538825" y="3574225"/>
            <a:ext cx="0" cy="122700"/>
          </a:xfrm>
          <a:prstGeom prst="straightConnector1">
            <a:avLst/>
          </a:prstGeom>
          <a:noFill/>
          <a:ln w="9525" cap="flat" cmpd="sng">
            <a:solidFill>
              <a:schemeClr val="lt1"/>
            </a:solidFill>
            <a:prstDash val="solid"/>
            <a:round/>
            <a:headEnd type="none" w="med" len="med"/>
            <a:tailEnd type="none" w="med" len="med"/>
          </a:ln>
        </p:spPr>
      </p:cxnSp>
      <p:grpSp>
        <p:nvGrpSpPr>
          <p:cNvPr id="1071" name="Google Shape;1071;p42"/>
          <p:cNvGrpSpPr/>
          <p:nvPr/>
        </p:nvGrpSpPr>
        <p:grpSpPr>
          <a:xfrm>
            <a:off x="5365025" y="3127300"/>
            <a:ext cx="347475" cy="345150"/>
            <a:chOff x="4744113" y="3243975"/>
            <a:chExt cx="347475" cy="345150"/>
          </a:xfrm>
        </p:grpSpPr>
        <p:sp>
          <p:nvSpPr>
            <p:cNvPr id="1072" name="Google Shape;1072;p42"/>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3" name="Google Shape;1073;p42"/>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4" name="Google Shape;1074;p42"/>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5" name="Google Shape;1075;p42"/>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76" name="Google Shape;1076;p42"/>
          <p:cNvGrpSpPr/>
          <p:nvPr/>
        </p:nvGrpSpPr>
        <p:grpSpPr>
          <a:xfrm>
            <a:off x="1450438" y="3127138"/>
            <a:ext cx="321175" cy="345475"/>
            <a:chOff x="3252313" y="3243975"/>
            <a:chExt cx="321175" cy="345475"/>
          </a:xfrm>
        </p:grpSpPr>
        <p:sp>
          <p:nvSpPr>
            <p:cNvPr id="1077" name="Google Shape;1077;p42"/>
            <p:cNvSpPr/>
            <p:nvPr/>
          </p:nvSpPr>
          <p:spPr>
            <a:xfrm>
              <a:off x="3252313" y="3243975"/>
              <a:ext cx="321175" cy="345475"/>
            </a:xfrm>
            <a:custGeom>
              <a:avLst/>
              <a:gdLst/>
              <a:ahLst/>
              <a:cxnLst/>
              <a:rect l="l" t="t" r="r" b="b"/>
              <a:pathLst>
                <a:path w="12847" h="13819" extrusionOk="0">
                  <a:moveTo>
                    <a:pt x="6431" y="816"/>
                  </a:moveTo>
                  <a:cubicBezTo>
                    <a:pt x="7693" y="816"/>
                    <a:pt x="8720" y="1846"/>
                    <a:pt x="8720" y="3108"/>
                  </a:cubicBezTo>
                  <a:cubicBezTo>
                    <a:pt x="8720" y="3799"/>
                    <a:pt x="8417" y="4441"/>
                    <a:pt x="7878" y="4873"/>
                  </a:cubicBezTo>
                  <a:cubicBezTo>
                    <a:pt x="7539" y="5154"/>
                    <a:pt x="7306" y="5541"/>
                    <a:pt x="7236" y="5936"/>
                  </a:cubicBezTo>
                  <a:lnTo>
                    <a:pt x="6826" y="5936"/>
                  </a:lnTo>
                  <a:lnTo>
                    <a:pt x="6826" y="3821"/>
                  </a:lnTo>
                  <a:lnTo>
                    <a:pt x="7516" y="3131"/>
                  </a:lnTo>
                  <a:cubicBezTo>
                    <a:pt x="7679" y="2968"/>
                    <a:pt x="7679" y="2710"/>
                    <a:pt x="7516" y="2559"/>
                  </a:cubicBezTo>
                  <a:cubicBezTo>
                    <a:pt x="7441" y="2477"/>
                    <a:pt x="7338" y="2437"/>
                    <a:pt x="7234" y="2437"/>
                  </a:cubicBezTo>
                  <a:cubicBezTo>
                    <a:pt x="7131" y="2437"/>
                    <a:pt x="7025" y="2477"/>
                    <a:pt x="6944" y="2559"/>
                  </a:cubicBezTo>
                  <a:lnTo>
                    <a:pt x="6431" y="3075"/>
                  </a:lnTo>
                  <a:lnTo>
                    <a:pt x="5903" y="2559"/>
                  </a:lnTo>
                  <a:cubicBezTo>
                    <a:pt x="5826" y="2481"/>
                    <a:pt x="5720" y="2440"/>
                    <a:pt x="5613" y="2440"/>
                  </a:cubicBezTo>
                  <a:cubicBezTo>
                    <a:pt x="5527" y="2440"/>
                    <a:pt x="5439" y="2467"/>
                    <a:pt x="5365" y="2525"/>
                  </a:cubicBezTo>
                  <a:cubicBezTo>
                    <a:pt x="5168" y="2676"/>
                    <a:pt x="5154" y="2957"/>
                    <a:pt x="5331" y="3131"/>
                  </a:cubicBezTo>
                  <a:lnTo>
                    <a:pt x="6021" y="3821"/>
                  </a:lnTo>
                  <a:lnTo>
                    <a:pt x="6021" y="5936"/>
                  </a:lnTo>
                  <a:lnTo>
                    <a:pt x="5611" y="5936"/>
                  </a:lnTo>
                  <a:cubicBezTo>
                    <a:pt x="5541" y="5541"/>
                    <a:pt x="5309" y="5154"/>
                    <a:pt x="4969" y="4873"/>
                  </a:cubicBezTo>
                  <a:cubicBezTo>
                    <a:pt x="4442" y="4441"/>
                    <a:pt x="4139" y="3799"/>
                    <a:pt x="4139" y="3108"/>
                  </a:cubicBezTo>
                  <a:cubicBezTo>
                    <a:pt x="4139" y="1846"/>
                    <a:pt x="5154" y="816"/>
                    <a:pt x="6431" y="816"/>
                  </a:cubicBezTo>
                  <a:close/>
                  <a:moveTo>
                    <a:pt x="7202" y="6755"/>
                  </a:moveTo>
                  <a:lnTo>
                    <a:pt x="7202" y="7154"/>
                  </a:lnTo>
                  <a:cubicBezTo>
                    <a:pt x="7202" y="7235"/>
                    <a:pt x="7143" y="7294"/>
                    <a:pt x="7073" y="7294"/>
                  </a:cubicBezTo>
                  <a:lnTo>
                    <a:pt x="5774" y="7294"/>
                  </a:lnTo>
                  <a:cubicBezTo>
                    <a:pt x="5704" y="7294"/>
                    <a:pt x="5645" y="7235"/>
                    <a:pt x="5645" y="7154"/>
                  </a:cubicBezTo>
                  <a:lnTo>
                    <a:pt x="5645" y="6755"/>
                  </a:lnTo>
                  <a:close/>
                  <a:moveTo>
                    <a:pt x="7996" y="7364"/>
                  </a:moveTo>
                  <a:lnTo>
                    <a:pt x="9598" y="7959"/>
                  </a:lnTo>
                  <a:lnTo>
                    <a:pt x="6431" y="9151"/>
                  </a:lnTo>
                  <a:lnTo>
                    <a:pt x="3275" y="7959"/>
                  </a:lnTo>
                  <a:lnTo>
                    <a:pt x="4874" y="7364"/>
                  </a:lnTo>
                  <a:cubicBezTo>
                    <a:pt x="4969" y="7785"/>
                    <a:pt x="5342" y="8099"/>
                    <a:pt x="5785" y="8099"/>
                  </a:cubicBezTo>
                  <a:lnTo>
                    <a:pt x="7073" y="8099"/>
                  </a:lnTo>
                  <a:cubicBezTo>
                    <a:pt x="7516" y="8099"/>
                    <a:pt x="7889" y="7785"/>
                    <a:pt x="7996" y="7364"/>
                  </a:cubicBezTo>
                  <a:close/>
                  <a:moveTo>
                    <a:pt x="2197" y="8427"/>
                  </a:moveTo>
                  <a:lnTo>
                    <a:pt x="5634" y="9712"/>
                  </a:lnTo>
                  <a:lnTo>
                    <a:pt x="4733" y="10472"/>
                  </a:lnTo>
                  <a:lnTo>
                    <a:pt x="1297" y="9176"/>
                  </a:lnTo>
                  <a:lnTo>
                    <a:pt x="2197" y="8427"/>
                  </a:lnTo>
                  <a:close/>
                  <a:moveTo>
                    <a:pt x="10661" y="8427"/>
                  </a:moveTo>
                  <a:lnTo>
                    <a:pt x="11573" y="9176"/>
                  </a:lnTo>
                  <a:lnTo>
                    <a:pt x="8125" y="10472"/>
                  </a:lnTo>
                  <a:lnTo>
                    <a:pt x="7225" y="9712"/>
                  </a:lnTo>
                  <a:lnTo>
                    <a:pt x="10661" y="8427"/>
                  </a:lnTo>
                  <a:close/>
                  <a:moveTo>
                    <a:pt x="6021" y="10450"/>
                  </a:moveTo>
                  <a:lnTo>
                    <a:pt x="6021" y="12823"/>
                  </a:lnTo>
                  <a:lnTo>
                    <a:pt x="2514" y="11513"/>
                  </a:lnTo>
                  <a:lnTo>
                    <a:pt x="2514" y="10509"/>
                  </a:lnTo>
                  <a:lnTo>
                    <a:pt x="4663" y="11303"/>
                  </a:lnTo>
                  <a:cubicBezTo>
                    <a:pt x="4714" y="11324"/>
                    <a:pt x="4767" y="11334"/>
                    <a:pt x="4819" y="11334"/>
                  </a:cubicBezTo>
                  <a:cubicBezTo>
                    <a:pt x="4909" y="11334"/>
                    <a:pt x="4996" y="11303"/>
                    <a:pt x="5062" y="11244"/>
                  </a:cubicBezTo>
                  <a:lnTo>
                    <a:pt x="6021" y="10450"/>
                  </a:lnTo>
                  <a:close/>
                  <a:moveTo>
                    <a:pt x="6826" y="10450"/>
                  </a:moveTo>
                  <a:lnTo>
                    <a:pt x="7786" y="11244"/>
                  </a:lnTo>
                  <a:cubicBezTo>
                    <a:pt x="7852" y="11303"/>
                    <a:pt x="7938" y="11334"/>
                    <a:pt x="8029" y="11334"/>
                  </a:cubicBezTo>
                  <a:cubicBezTo>
                    <a:pt x="8080" y="11334"/>
                    <a:pt x="8133" y="11324"/>
                    <a:pt x="8184" y="11303"/>
                  </a:cubicBezTo>
                  <a:lnTo>
                    <a:pt x="10333" y="10509"/>
                  </a:lnTo>
                  <a:lnTo>
                    <a:pt x="10333" y="11513"/>
                  </a:lnTo>
                  <a:lnTo>
                    <a:pt x="6826" y="12823"/>
                  </a:lnTo>
                  <a:lnTo>
                    <a:pt x="6826" y="10450"/>
                  </a:lnTo>
                  <a:close/>
                  <a:moveTo>
                    <a:pt x="6431" y="0"/>
                  </a:moveTo>
                  <a:cubicBezTo>
                    <a:pt x="4711" y="0"/>
                    <a:pt x="3308" y="1392"/>
                    <a:pt x="3308" y="3108"/>
                  </a:cubicBezTo>
                  <a:cubicBezTo>
                    <a:pt x="3308" y="4043"/>
                    <a:pt x="3729" y="4921"/>
                    <a:pt x="4442" y="5515"/>
                  </a:cubicBezTo>
                  <a:cubicBezTo>
                    <a:pt x="4689" y="5715"/>
                    <a:pt x="4829" y="5995"/>
                    <a:pt x="4829" y="6276"/>
                  </a:cubicBezTo>
                  <a:lnTo>
                    <a:pt x="4829" y="6511"/>
                  </a:lnTo>
                  <a:lnTo>
                    <a:pt x="1965" y="7586"/>
                  </a:lnTo>
                  <a:cubicBezTo>
                    <a:pt x="1928" y="7597"/>
                    <a:pt x="1883" y="7619"/>
                    <a:pt x="1847" y="7656"/>
                  </a:cubicBezTo>
                  <a:lnTo>
                    <a:pt x="234" y="9000"/>
                  </a:lnTo>
                  <a:cubicBezTo>
                    <a:pt x="1" y="9199"/>
                    <a:pt x="60" y="9583"/>
                    <a:pt x="352" y="9690"/>
                  </a:cubicBezTo>
                  <a:lnTo>
                    <a:pt x="1706" y="10192"/>
                  </a:lnTo>
                  <a:lnTo>
                    <a:pt x="1706" y="11794"/>
                  </a:lnTo>
                  <a:cubicBezTo>
                    <a:pt x="1706" y="11956"/>
                    <a:pt x="1813" y="12108"/>
                    <a:pt x="1965" y="12167"/>
                  </a:cubicBezTo>
                  <a:lnTo>
                    <a:pt x="6276" y="13791"/>
                  </a:lnTo>
                  <a:cubicBezTo>
                    <a:pt x="6324" y="13809"/>
                    <a:pt x="6374" y="13818"/>
                    <a:pt x="6424" y="13818"/>
                  </a:cubicBezTo>
                  <a:cubicBezTo>
                    <a:pt x="6473" y="13818"/>
                    <a:pt x="6523" y="13809"/>
                    <a:pt x="6571" y="13791"/>
                  </a:cubicBezTo>
                  <a:lnTo>
                    <a:pt x="10883" y="12167"/>
                  </a:lnTo>
                  <a:cubicBezTo>
                    <a:pt x="11034" y="12108"/>
                    <a:pt x="11141" y="11956"/>
                    <a:pt x="11141" y="11794"/>
                  </a:cubicBezTo>
                  <a:lnTo>
                    <a:pt x="11141" y="10192"/>
                  </a:lnTo>
                  <a:lnTo>
                    <a:pt x="12496" y="9690"/>
                  </a:lnTo>
                  <a:cubicBezTo>
                    <a:pt x="12788" y="9583"/>
                    <a:pt x="12846" y="9199"/>
                    <a:pt x="12614" y="9000"/>
                  </a:cubicBezTo>
                  <a:lnTo>
                    <a:pt x="11001" y="7656"/>
                  </a:lnTo>
                  <a:cubicBezTo>
                    <a:pt x="10964" y="7619"/>
                    <a:pt x="10919" y="7597"/>
                    <a:pt x="10883" y="7586"/>
                  </a:cubicBezTo>
                  <a:lnTo>
                    <a:pt x="8018" y="6511"/>
                  </a:lnTo>
                  <a:lnTo>
                    <a:pt x="8018" y="6276"/>
                  </a:lnTo>
                  <a:cubicBezTo>
                    <a:pt x="8018" y="5995"/>
                    <a:pt x="8159" y="5715"/>
                    <a:pt x="8406" y="5515"/>
                  </a:cubicBezTo>
                  <a:cubicBezTo>
                    <a:pt x="9129" y="4921"/>
                    <a:pt x="9539" y="4043"/>
                    <a:pt x="9539" y="3108"/>
                  </a:cubicBezTo>
                  <a:cubicBezTo>
                    <a:pt x="9539" y="1392"/>
                    <a:pt x="8136" y="0"/>
                    <a:pt x="6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8" name="Google Shape;1078;p42"/>
            <p:cNvSpPr/>
            <p:nvPr/>
          </p:nvSpPr>
          <p:spPr>
            <a:xfrm>
              <a:off x="3510913" y="3311725"/>
              <a:ext cx="40350" cy="20200"/>
            </a:xfrm>
            <a:custGeom>
              <a:avLst/>
              <a:gdLst/>
              <a:ahLst/>
              <a:cxnLst/>
              <a:rect l="l" t="t" r="r" b="b"/>
              <a:pathLst>
                <a:path w="1614" h="808" extrusionOk="0">
                  <a:moveTo>
                    <a:pt x="398" y="0"/>
                  </a:moveTo>
                  <a:cubicBezTo>
                    <a:pt x="177" y="0"/>
                    <a:pt x="0" y="177"/>
                    <a:pt x="0" y="398"/>
                  </a:cubicBezTo>
                  <a:cubicBezTo>
                    <a:pt x="0" y="620"/>
                    <a:pt x="177" y="808"/>
                    <a:pt x="398" y="808"/>
                  </a:cubicBezTo>
                  <a:lnTo>
                    <a:pt x="1206" y="808"/>
                  </a:lnTo>
                  <a:cubicBezTo>
                    <a:pt x="1428" y="808"/>
                    <a:pt x="1613" y="620"/>
                    <a:pt x="1613" y="398"/>
                  </a:cubicBezTo>
                  <a:cubicBezTo>
                    <a:pt x="1613" y="177"/>
                    <a:pt x="1428" y="0"/>
                    <a:pt x="1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9" name="Google Shape;1079;p42"/>
            <p:cNvSpPr/>
            <p:nvPr/>
          </p:nvSpPr>
          <p:spPr>
            <a:xfrm>
              <a:off x="3502763" y="3257725"/>
              <a:ext cx="40625" cy="30350"/>
            </a:xfrm>
            <a:custGeom>
              <a:avLst/>
              <a:gdLst/>
              <a:ahLst/>
              <a:cxnLst/>
              <a:rect l="l" t="t" r="r" b="b"/>
              <a:pathLst>
                <a:path w="1625" h="1214" extrusionOk="0">
                  <a:moveTo>
                    <a:pt x="1157" y="0"/>
                  </a:moveTo>
                  <a:cubicBezTo>
                    <a:pt x="1088" y="0"/>
                    <a:pt x="1020" y="18"/>
                    <a:pt x="957" y="56"/>
                  </a:cubicBezTo>
                  <a:lnTo>
                    <a:pt x="256" y="454"/>
                  </a:lnTo>
                  <a:cubicBezTo>
                    <a:pt x="60" y="572"/>
                    <a:pt x="1" y="816"/>
                    <a:pt x="104" y="1016"/>
                  </a:cubicBezTo>
                  <a:cubicBezTo>
                    <a:pt x="183" y="1141"/>
                    <a:pt x="317" y="1214"/>
                    <a:pt x="454" y="1214"/>
                  </a:cubicBezTo>
                  <a:cubicBezTo>
                    <a:pt x="522" y="1214"/>
                    <a:pt x="591" y="1195"/>
                    <a:pt x="654" y="1156"/>
                  </a:cubicBezTo>
                  <a:lnTo>
                    <a:pt x="1356" y="757"/>
                  </a:lnTo>
                  <a:cubicBezTo>
                    <a:pt x="1555" y="642"/>
                    <a:pt x="1625" y="396"/>
                    <a:pt x="1507" y="196"/>
                  </a:cubicBezTo>
                  <a:cubicBezTo>
                    <a:pt x="1430" y="73"/>
                    <a:pt x="1294" y="0"/>
                    <a:pt x="11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0" name="Google Shape;1080;p42"/>
            <p:cNvSpPr/>
            <p:nvPr/>
          </p:nvSpPr>
          <p:spPr>
            <a:xfrm>
              <a:off x="3502763" y="3355450"/>
              <a:ext cx="40625" cy="30375"/>
            </a:xfrm>
            <a:custGeom>
              <a:avLst/>
              <a:gdLst/>
              <a:ahLst/>
              <a:cxnLst/>
              <a:rect l="l" t="t" r="r" b="b"/>
              <a:pathLst>
                <a:path w="1625" h="1215" extrusionOk="0">
                  <a:moveTo>
                    <a:pt x="456" y="1"/>
                  </a:moveTo>
                  <a:cubicBezTo>
                    <a:pt x="319" y="1"/>
                    <a:pt x="183" y="70"/>
                    <a:pt x="104" y="204"/>
                  </a:cubicBezTo>
                  <a:cubicBezTo>
                    <a:pt x="1" y="392"/>
                    <a:pt x="60" y="650"/>
                    <a:pt x="256" y="753"/>
                  </a:cubicBezTo>
                  <a:lnTo>
                    <a:pt x="957" y="1163"/>
                  </a:lnTo>
                  <a:cubicBezTo>
                    <a:pt x="1019" y="1197"/>
                    <a:pt x="1088" y="1214"/>
                    <a:pt x="1156" y="1214"/>
                  </a:cubicBezTo>
                  <a:cubicBezTo>
                    <a:pt x="1294" y="1214"/>
                    <a:pt x="1430" y="1145"/>
                    <a:pt x="1507" y="1012"/>
                  </a:cubicBezTo>
                  <a:cubicBezTo>
                    <a:pt x="1625" y="812"/>
                    <a:pt x="1555" y="565"/>
                    <a:pt x="1356" y="462"/>
                  </a:cubicBezTo>
                  <a:lnTo>
                    <a:pt x="654" y="52"/>
                  </a:lnTo>
                  <a:cubicBezTo>
                    <a:pt x="592" y="18"/>
                    <a:pt x="524" y="1"/>
                    <a:pt x="4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1" name="Google Shape;1081;p42"/>
            <p:cNvSpPr/>
            <p:nvPr/>
          </p:nvSpPr>
          <p:spPr>
            <a:xfrm>
              <a:off x="3274838" y="3311725"/>
              <a:ext cx="40625" cy="20200"/>
            </a:xfrm>
            <a:custGeom>
              <a:avLst/>
              <a:gdLst/>
              <a:ahLst/>
              <a:cxnLst/>
              <a:rect l="l" t="t" r="r" b="b"/>
              <a:pathLst>
                <a:path w="1625" h="808" extrusionOk="0">
                  <a:moveTo>
                    <a:pt x="410" y="0"/>
                  </a:moveTo>
                  <a:cubicBezTo>
                    <a:pt x="186" y="0"/>
                    <a:pt x="0" y="177"/>
                    <a:pt x="0" y="398"/>
                  </a:cubicBezTo>
                  <a:cubicBezTo>
                    <a:pt x="0" y="620"/>
                    <a:pt x="186" y="808"/>
                    <a:pt x="410" y="808"/>
                  </a:cubicBezTo>
                  <a:lnTo>
                    <a:pt x="1215" y="808"/>
                  </a:lnTo>
                  <a:cubicBezTo>
                    <a:pt x="1437" y="808"/>
                    <a:pt x="1625" y="620"/>
                    <a:pt x="1625" y="398"/>
                  </a:cubicBezTo>
                  <a:cubicBezTo>
                    <a:pt x="1625" y="177"/>
                    <a:pt x="1437"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2" name="Google Shape;1082;p42"/>
            <p:cNvSpPr/>
            <p:nvPr/>
          </p:nvSpPr>
          <p:spPr>
            <a:xfrm>
              <a:off x="3282963" y="3257725"/>
              <a:ext cx="40700" cy="30350"/>
            </a:xfrm>
            <a:custGeom>
              <a:avLst/>
              <a:gdLst/>
              <a:ahLst/>
              <a:cxnLst/>
              <a:rect l="l" t="t" r="r" b="b"/>
              <a:pathLst>
                <a:path w="1628" h="1214" extrusionOk="0">
                  <a:moveTo>
                    <a:pt x="459" y="0"/>
                  </a:moveTo>
                  <a:cubicBezTo>
                    <a:pt x="321" y="0"/>
                    <a:pt x="186" y="73"/>
                    <a:pt x="107" y="196"/>
                  </a:cubicBezTo>
                  <a:cubicBezTo>
                    <a:pt x="1" y="396"/>
                    <a:pt x="60" y="642"/>
                    <a:pt x="259" y="757"/>
                  </a:cubicBezTo>
                  <a:lnTo>
                    <a:pt x="960" y="1156"/>
                  </a:lnTo>
                  <a:cubicBezTo>
                    <a:pt x="1023" y="1195"/>
                    <a:pt x="1093" y="1214"/>
                    <a:pt x="1163" y="1214"/>
                  </a:cubicBezTo>
                  <a:cubicBezTo>
                    <a:pt x="1302" y="1214"/>
                    <a:pt x="1439" y="1141"/>
                    <a:pt x="1510" y="1016"/>
                  </a:cubicBezTo>
                  <a:cubicBezTo>
                    <a:pt x="1628" y="816"/>
                    <a:pt x="1558" y="572"/>
                    <a:pt x="1359" y="454"/>
                  </a:cubicBezTo>
                  <a:lnTo>
                    <a:pt x="657" y="56"/>
                  </a:lnTo>
                  <a:cubicBezTo>
                    <a:pt x="595" y="18"/>
                    <a:pt x="526"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3" name="Google Shape;1083;p42"/>
            <p:cNvSpPr/>
            <p:nvPr/>
          </p:nvSpPr>
          <p:spPr>
            <a:xfrm>
              <a:off x="3282963" y="3355450"/>
              <a:ext cx="40700" cy="30375"/>
            </a:xfrm>
            <a:custGeom>
              <a:avLst/>
              <a:gdLst/>
              <a:ahLst/>
              <a:cxnLst/>
              <a:rect l="l" t="t" r="r" b="b"/>
              <a:pathLst>
                <a:path w="1628" h="1215" extrusionOk="0">
                  <a:moveTo>
                    <a:pt x="1161" y="1"/>
                  </a:moveTo>
                  <a:cubicBezTo>
                    <a:pt x="1092" y="1"/>
                    <a:pt x="1022" y="18"/>
                    <a:pt x="960" y="52"/>
                  </a:cubicBezTo>
                  <a:lnTo>
                    <a:pt x="259" y="462"/>
                  </a:lnTo>
                  <a:cubicBezTo>
                    <a:pt x="60" y="565"/>
                    <a:pt x="1" y="812"/>
                    <a:pt x="107" y="1012"/>
                  </a:cubicBezTo>
                  <a:cubicBezTo>
                    <a:pt x="186" y="1145"/>
                    <a:pt x="322" y="1214"/>
                    <a:pt x="459" y="1214"/>
                  </a:cubicBezTo>
                  <a:cubicBezTo>
                    <a:pt x="527" y="1214"/>
                    <a:pt x="595" y="1197"/>
                    <a:pt x="657" y="1163"/>
                  </a:cubicBezTo>
                  <a:lnTo>
                    <a:pt x="1359" y="753"/>
                  </a:lnTo>
                  <a:cubicBezTo>
                    <a:pt x="1558" y="650"/>
                    <a:pt x="1628" y="392"/>
                    <a:pt x="1510" y="204"/>
                  </a:cubicBezTo>
                  <a:cubicBezTo>
                    <a:pt x="1439" y="70"/>
                    <a:pt x="1301" y="1"/>
                    <a:pt x="11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84" name="Google Shape;1084;p42"/>
          <p:cNvGrpSpPr/>
          <p:nvPr/>
        </p:nvGrpSpPr>
        <p:grpSpPr>
          <a:xfrm>
            <a:off x="3402325" y="3127300"/>
            <a:ext cx="345075" cy="345150"/>
            <a:chOff x="4007438" y="3243975"/>
            <a:chExt cx="345075" cy="345150"/>
          </a:xfrm>
        </p:grpSpPr>
        <p:sp>
          <p:nvSpPr>
            <p:cNvPr id="1085" name="Google Shape;1085;p42"/>
            <p:cNvSpPr/>
            <p:nvPr/>
          </p:nvSpPr>
          <p:spPr>
            <a:xfrm>
              <a:off x="4311888" y="3351750"/>
              <a:ext cx="40625" cy="20525"/>
            </a:xfrm>
            <a:custGeom>
              <a:avLst/>
              <a:gdLst/>
              <a:ahLst/>
              <a:cxnLst/>
              <a:rect l="l" t="t" r="r" b="b"/>
              <a:pathLst>
                <a:path w="1625" h="821" extrusionOk="0">
                  <a:moveTo>
                    <a:pt x="410" y="1"/>
                  </a:moveTo>
                  <a:cubicBezTo>
                    <a:pt x="189" y="1"/>
                    <a:pt x="1" y="189"/>
                    <a:pt x="1" y="410"/>
                  </a:cubicBezTo>
                  <a:cubicBezTo>
                    <a:pt x="1" y="632"/>
                    <a:pt x="189" y="820"/>
                    <a:pt x="410" y="820"/>
                  </a:cubicBezTo>
                  <a:lnTo>
                    <a:pt x="1218" y="820"/>
                  </a:lnTo>
                  <a:cubicBezTo>
                    <a:pt x="1440" y="820"/>
                    <a:pt x="1625" y="632"/>
                    <a:pt x="1625" y="410"/>
                  </a:cubicBezTo>
                  <a:cubicBezTo>
                    <a:pt x="1625" y="189"/>
                    <a:pt x="1440" y="1"/>
                    <a:pt x="1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6" name="Google Shape;1086;p42"/>
            <p:cNvSpPr/>
            <p:nvPr/>
          </p:nvSpPr>
          <p:spPr>
            <a:xfrm>
              <a:off x="4303763" y="3284525"/>
              <a:ext cx="40625" cy="30275"/>
            </a:xfrm>
            <a:custGeom>
              <a:avLst/>
              <a:gdLst/>
              <a:ahLst/>
              <a:cxnLst/>
              <a:rect l="l" t="t" r="r" b="b"/>
              <a:pathLst>
                <a:path w="1625" h="1211" extrusionOk="0">
                  <a:moveTo>
                    <a:pt x="1156" y="0"/>
                  </a:moveTo>
                  <a:cubicBezTo>
                    <a:pt x="1089" y="0"/>
                    <a:pt x="1020" y="16"/>
                    <a:pt x="957" y="50"/>
                  </a:cubicBezTo>
                  <a:lnTo>
                    <a:pt x="256" y="457"/>
                  </a:lnTo>
                  <a:cubicBezTo>
                    <a:pt x="70" y="575"/>
                    <a:pt x="0" y="822"/>
                    <a:pt x="115" y="1007"/>
                  </a:cubicBezTo>
                  <a:cubicBezTo>
                    <a:pt x="187" y="1140"/>
                    <a:pt x="320" y="1211"/>
                    <a:pt x="460" y="1211"/>
                  </a:cubicBezTo>
                  <a:cubicBezTo>
                    <a:pt x="529" y="1211"/>
                    <a:pt x="599" y="1193"/>
                    <a:pt x="665" y="1158"/>
                  </a:cubicBezTo>
                  <a:lnTo>
                    <a:pt x="1366" y="751"/>
                  </a:lnTo>
                  <a:cubicBezTo>
                    <a:pt x="1554" y="645"/>
                    <a:pt x="1625" y="401"/>
                    <a:pt x="1518" y="202"/>
                  </a:cubicBezTo>
                  <a:cubicBezTo>
                    <a:pt x="1440" y="74"/>
                    <a:pt x="1300" y="0"/>
                    <a:pt x="11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7" name="Google Shape;1087;p42"/>
            <p:cNvSpPr/>
            <p:nvPr/>
          </p:nvSpPr>
          <p:spPr>
            <a:xfrm>
              <a:off x="4303763" y="3409225"/>
              <a:ext cx="40625" cy="30375"/>
            </a:xfrm>
            <a:custGeom>
              <a:avLst/>
              <a:gdLst/>
              <a:ahLst/>
              <a:cxnLst/>
              <a:rect l="l" t="t" r="r" b="b"/>
              <a:pathLst>
                <a:path w="1625" h="1215" extrusionOk="0">
                  <a:moveTo>
                    <a:pt x="460" y="0"/>
                  </a:moveTo>
                  <a:cubicBezTo>
                    <a:pt x="320" y="0"/>
                    <a:pt x="187" y="71"/>
                    <a:pt x="115" y="204"/>
                  </a:cubicBezTo>
                  <a:cubicBezTo>
                    <a:pt x="0" y="392"/>
                    <a:pt x="70" y="636"/>
                    <a:pt x="256" y="754"/>
                  </a:cubicBezTo>
                  <a:lnTo>
                    <a:pt x="957" y="1164"/>
                  </a:lnTo>
                  <a:cubicBezTo>
                    <a:pt x="1022" y="1198"/>
                    <a:pt x="1092" y="1214"/>
                    <a:pt x="1161" y="1214"/>
                  </a:cubicBezTo>
                  <a:cubicBezTo>
                    <a:pt x="1303" y="1214"/>
                    <a:pt x="1440" y="1144"/>
                    <a:pt x="1518" y="1009"/>
                  </a:cubicBezTo>
                  <a:cubicBezTo>
                    <a:pt x="1625" y="813"/>
                    <a:pt x="1554" y="566"/>
                    <a:pt x="1366" y="462"/>
                  </a:cubicBezTo>
                  <a:lnTo>
                    <a:pt x="665" y="53"/>
                  </a:lnTo>
                  <a:cubicBezTo>
                    <a:pt x="599" y="18"/>
                    <a:pt x="52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8" name="Google Shape;1088;p42"/>
            <p:cNvSpPr/>
            <p:nvPr/>
          </p:nvSpPr>
          <p:spPr>
            <a:xfrm>
              <a:off x="4007438" y="3351750"/>
              <a:ext cx="40350" cy="20525"/>
            </a:xfrm>
            <a:custGeom>
              <a:avLst/>
              <a:gdLst/>
              <a:ahLst/>
              <a:cxnLst/>
              <a:rect l="l" t="t" r="r" b="b"/>
              <a:pathLst>
                <a:path w="1614" h="821" extrusionOk="0">
                  <a:moveTo>
                    <a:pt x="396" y="1"/>
                  </a:moveTo>
                  <a:cubicBezTo>
                    <a:pt x="175" y="1"/>
                    <a:pt x="1" y="189"/>
                    <a:pt x="1" y="410"/>
                  </a:cubicBezTo>
                  <a:cubicBezTo>
                    <a:pt x="1" y="632"/>
                    <a:pt x="175" y="820"/>
                    <a:pt x="396" y="820"/>
                  </a:cubicBezTo>
                  <a:lnTo>
                    <a:pt x="1204" y="820"/>
                  </a:lnTo>
                  <a:cubicBezTo>
                    <a:pt x="1426" y="820"/>
                    <a:pt x="1614" y="632"/>
                    <a:pt x="1614" y="410"/>
                  </a:cubicBezTo>
                  <a:cubicBezTo>
                    <a:pt x="1614" y="189"/>
                    <a:pt x="1426" y="1"/>
                    <a:pt x="1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9" name="Google Shape;1089;p42"/>
            <p:cNvSpPr/>
            <p:nvPr/>
          </p:nvSpPr>
          <p:spPr>
            <a:xfrm>
              <a:off x="4015288" y="3284525"/>
              <a:ext cx="40650" cy="30275"/>
            </a:xfrm>
            <a:custGeom>
              <a:avLst/>
              <a:gdLst/>
              <a:ahLst/>
              <a:cxnLst/>
              <a:rect l="l" t="t" r="r" b="b"/>
              <a:pathLst>
                <a:path w="1626" h="1211" extrusionOk="0">
                  <a:moveTo>
                    <a:pt x="470" y="0"/>
                  </a:moveTo>
                  <a:cubicBezTo>
                    <a:pt x="327" y="0"/>
                    <a:pt x="190" y="74"/>
                    <a:pt x="119" y="202"/>
                  </a:cubicBezTo>
                  <a:cubicBezTo>
                    <a:pt x="1" y="401"/>
                    <a:pt x="71" y="645"/>
                    <a:pt x="259" y="751"/>
                  </a:cubicBezTo>
                  <a:lnTo>
                    <a:pt x="960" y="1158"/>
                  </a:lnTo>
                  <a:cubicBezTo>
                    <a:pt x="1026" y="1193"/>
                    <a:pt x="1097" y="1211"/>
                    <a:pt x="1166" y="1211"/>
                  </a:cubicBezTo>
                  <a:cubicBezTo>
                    <a:pt x="1306" y="1211"/>
                    <a:pt x="1439" y="1140"/>
                    <a:pt x="1510" y="1007"/>
                  </a:cubicBezTo>
                  <a:cubicBezTo>
                    <a:pt x="1625" y="822"/>
                    <a:pt x="1555" y="575"/>
                    <a:pt x="1370" y="457"/>
                  </a:cubicBezTo>
                  <a:lnTo>
                    <a:pt x="669" y="50"/>
                  </a:lnTo>
                  <a:cubicBezTo>
                    <a:pt x="605" y="16"/>
                    <a:pt x="537" y="0"/>
                    <a:pt x="4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0" name="Google Shape;1090;p42"/>
            <p:cNvSpPr/>
            <p:nvPr/>
          </p:nvSpPr>
          <p:spPr>
            <a:xfrm>
              <a:off x="4015288" y="3409225"/>
              <a:ext cx="40650" cy="30375"/>
            </a:xfrm>
            <a:custGeom>
              <a:avLst/>
              <a:gdLst/>
              <a:ahLst/>
              <a:cxnLst/>
              <a:rect l="l" t="t" r="r" b="b"/>
              <a:pathLst>
                <a:path w="1626" h="1215" extrusionOk="0">
                  <a:moveTo>
                    <a:pt x="1166" y="0"/>
                  </a:moveTo>
                  <a:cubicBezTo>
                    <a:pt x="1097" y="0"/>
                    <a:pt x="1026" y="18"/>
                    <a:pt x="960" y="53"/>
                  </a:cubicBezTo>
                  <a:lnTo>
                    <a:pt x="259" y="462"/>
                  </a:lnTo>
                  <a:cubicBezTo>
                    <a:pt x="71" y="566"/>
                    <a:pt x="1" y="813"/>
                    <a:pt x="119" y="1009"/>
                  </a:cubicBezTo>
                  <a:cubicBezTo>
                    <a:pt x="189" y="1144"/>
                    <a:pt x="324" y="1214"/>
                    <a:pt x="465" y="1214"/>
                  </a:cubicBezTo>
                  <a:cubicBezTo>
                    <a:pt x="534" y="1214"/>
                    <a:pt x="604" y="1198"/>
                    <a:pt x="669" y="1164"/>
                  </a:cubicBezTo>
                  <a:lnTo>
                    <a:pt x="1370" y="754"/>
                  </a:lnTo>
                  <a:cubicBezTo>
                    <a:pt x="1555" y="636"/>
                    <a:pt x="1625" y="392"/>
                    <a:pt x="1510" y="204"/>
                  </a:cubicBezTo>
                  <a:cubicBezTo>
                    <a:pt x="1439" y="71"/>
                    <a:pt x="1306" y="0"/>
                    <a:pt x="1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1" name="Google Shape;1091;p42"/>
            <p:cNvSpPr/>
            <p:nvPr/>
          </p:nvSpPr>
          <p:spPr>
            <a:xfrm>
              <a:off x="4061788" y="3243975"/>
              <a:ext cx="235825" cy="345150"/>
            </a:xfrm>
            <a:custGeom>
              <a:avLst/>
              <a:gdLst/>
              <a:ahLst/>
              <a:cxnLst/>
              <a:rect l="l" t="t" r="r" b="b"/>
              <a:pathLst>
                <a:path w="9433" h="13806" extrusionOk="0">
                  <a:moveTo>
                    <a:pt x="4722" y="2595"/>
                  </a:moveTo>
                  <a:lnTo>
                    <a:pt x="4815" y="2688"/>
                  </a:lnTo>
                  <a:cubicBezTo>
                    <a:pt x="5295" y="3167"/>
                    <a:pt x="5295" y="3939"/>
                    <a:pt x="4815" y="4407"/>
                  </a:cubicBezTo>
                  <a:lnTo>
                    <a:pt x="4722" y="4500"/>
                  </a:lnTo>
                  <a:lnTo>
                    <a:pt x="4630" y="4407"/>
                  </a:lnTo>
                  <a:cubicBezTo>
                    <a:pt x="4150" y="3939"/>
                    <a:pt x="4150" y="3167"/>
                    <a:pt x="4630" y="2688"/>
                  </a:cubicBezTo>
                  <a:lnTo>
                    <a:pt x="4722" y="2595"/>
                  </a:lnTo>
                  <a:close/>
                  <a:moveTo>
                    <a:pt x="3098" y="5936"/>
                  </a:moveTo>
                  <a:cubicBezTo>
                    <a:pt x="3763" y="5936"/>
                    <a:pt x="4313" y="6475"/>
                    <a:pt x="4313" y="7154"/>
                  </a:cubicBezTo>
                  <a:lnTo>
                    <a:pt x="4313" y="7283"/>
                  </a:lnTo>
                  <a:lnTo>
                    <a:pt x="4172" y="7283"/>
                  </a:lnTo>
                  <a:cubicBezTo>
                    <a:pt x="3508" y="7283"/>
                    <a:pt x="2969" y="6744"/>
                    <a:pt x="2969" y="6065"/>
                  </a:cubicBezTo>
                  <a:lnTo>
                    <a:pt x="2969" y="5936"/>
                  </a:lnTo>
                  <a:close/>
                  <a:moveTo>
                    <a:pt x="6464" y="5936"/>
                  </a:moveTo>
                  <a:lnTo>
                    <a:pt x="6464" y="6065"/>
                  </a:lnTo>
                  <a:cubicBezTo>
                    <a:pt x="6464" y="6744"/>
                    <a:pt x="5926" y="7283"/>
                    <a:pt x="5261" y="7283"/>
                  </a:cubicBezTo>
                  <a:lnTo>
                    <a:pt x="5121" y="7283"/>
                  </a:lnTo>
                  <a:lnTo>
                    <a:pt x="5121" y="7154"/>
                  </a:lnTo>
                  <a:cubicBezTo>
                    <a:pt x="5121" y="6475"/>
                    <a:pt x="5668" y="5936"/>
                    <a:pt x="6335" y="5936"/>
                  </a:cubicBezTo>
                  <a:close/>
                  <a:moveTo>
                    <a:pt x="4722" y="816"/>
                  </a:moveTo>
                  <a:cubicBezTo>
                    <a:pt x="6874" y="816"/>
                    <a:pt x="8627" y="2570"/>
                    <a:pt x="8627" y="4721"/>
                  </a:cubicBezTo>
                  <a:cubicBezTo>
                    <a:pt x="8627" y="5844"/>
                    <a:pt x="8148" y="6907"/>
                    <a:pt x="7306" y="7645"/>
                  </a:cubicBezTo>
                  <a:cubicBezTo>
                    <a:pt x="6708" y="8180"/>
                    <a:pt x="6324" y="8918"/>
                    <a:pt x="6229" y="9712"/>
                  </a:cubicBezTo>
                  <a:lnTo>
                    <a:pt x="5121" y="9712"/>
                  </a:lnTo>
                  <a:lnTo>
                    <a:pt x="5121" y="8088"/>
                  </a:lnTo>
                  <a:lnTo>
                    <a:pt x="5261" y="8088"/>
                  </a:lnTo>
                  <a:cubicBezTo>
                    <a:pt x="6369" y="8088"/>
                    <a:pt x="7281" y="7187"/>
                    <a:pt x="7281" y="6065"/>
                  </a:cubicBezTo>
                  <a:lnTo>
                    <a:pt x="7281" y="5529"/>
                  </a:lnTo>
                  <a:cubicBezTo>
                    <a:pt x="7281" y="5305"/>
                    <a:pt x="7096" y="5131"/>
                    <a:pt x="6874" y="5131"/>
                  </a:cubicBezTo>
                  <a:lnTo>
                    <a:pt x="6335" y="5131"/>
                  </a:lnTo>
                  <a:cubicBezTo>
                    <a:pt x="5878" y="5131"/>
                    <a:pt x="5457" y="5283"/>
                    <a:pt x="5121" y="5529"/>
                  </a:cubicBezTo>
                  <a:lnTo>
                    <a:pt x="5121" y="5249"/>
                  </a:lnTo>
                  <a:lnTo>
                    <a:pt x="5387" y="4980"/>
                  </a:lnTo>
                  <a:cubicBezTo>
                    <a:pt x="6173" y="4197"/>
                    <a:pt x="6173" y="2909"/>
                    <a:pt x="5387" y="2127"/>
                  </a:cubicBezTo>
                  <a:lnTo>
                    <a:pt x="5003" y="1742"/>
                  </a:lnTo>
                  <a:cubicBezTo>
                    <a:pt x="4921" y="1659"/>
                    <a:pt x="4819" y="1618"/>
                    <a:pt x="4717" y="1618"/>
                  </a:cubicBezTo>
                  <a:cubicBezTo>
                    <a:pt x="4614" y="1618"/>
                    <a:pt x="4512" y="1659"/>
                    <a:pt x="4430" y="1742"/>
                  </a:cubicBezTo>
                  <a:lnTo>
                    <a:pt x="4043" y="2127"/>
                  </a:lnTo>
                  <a:cubicBezTo>
                    <a:pt x="3261" y="2909"/>
                    <a:pt x="3261" y="4197"/>
                    <a:pt x="4043" y="4980"/>
                  </a:cubicBezTo>
                  <a:lnTo>
                    <a:pt x="4313" y="5249"/>
                  </a:lnTo>
                  <a:lnTo>
                    <a:pt x="4313" y="5529"/>
                  </a:lnTo>
                  <a:cubicBezTo>
                    <a:pt x="3973" y="5283"/>
                    <a:pt x="3552" y="5131"/>
                    <a:pt x="3098" y="5131"/>
                  </a:cubicBezTo>
                  <a:lnTo>
                    <a:pt x="2559" y="5131"/>
                  </a:lnTo>
                  <a:cubicBezTo>
                    <a:pt x="2338" y="5131"/>
                    <a:pt x="2150" y="5305"/>
                    <a:pt x="2150" y="5529"/>
                  </a:cubicBezTo>
                  <a:lnTo>
                    <a:pt x="2150" y="6065"/>
                  </a:lnTo>
                  <a:cubicBezTo>
                    <a:pt x="2150" y="7187"/>
                    <a:pt x="3061" y="8088"/>
                    <a:pt x="4172" y="8088"/>
                  </a:cubicBezTo>
                  <a:lnTo>
                    <a:pt x="4313" y="8088"/>
                  </a:lnTo>
                  <a:lnTo>
                    <a:pt x="4313" y="9712"/>
                  </a:lnTo>
                  <a:lnTo>
                    <a:pt x="3213" y="9712"/>
                  </a:lnTo>
                  <a:cubicBezTo>
                    <a:pt x="3109" y="8918"/>
                    <a:pt x="2722" y="8180"/>
                    <a:pt x="2127" y="7645"/>
                  </a:cubicBezTo>
                  <a:cubicBezTo>
                    <a:pt x="1286" y="6907"/>
                    <a:pt x="806" y="5844"/>
                    <a:pt x="806" y="4721"/>
                  </a:cubicBezTo>
                  <a:cubicBezTo>
                    <a:pt x="806" y="2570"/>
                    <a:pt x="2559" y="816"/>
                    <a:pt x="4722" y="816"/>
                  </a:cubicBezTo>
                  <a:close/>
                  <a:moveTo>
                    <a:pt x="6195" y="10520"/>
                  </a:moveTo>
                  <a:lnTo>
                    <a:pt x="6195" y="11244"/>
                  </a:lnTo>
                  <a:cubicBezTo>
                    <a:pt x="6195" y="11325"/>
                    <a:pt x="6136" y="11384"/>
                    <a:pt x="6066" y="11384"/>
                  </a:cubicBezTo>
                  <a:lnTo>
                    <a:pt x="3367" y="11384"/>
                  </a:lnTo>
                  <a:cubicBezTo>
                    <a:pt x="3297" y="11384"/>
                    <a:pt x="3238" y="11325"/>
                    <a:pt x="3238" y="11244"/>
                  </a:cubicBezTo>
                  <a:lnTo>
                    <a:pt x="3238" y="10520"/>
                  </a:lnTo>
                  <a:close/>
                  <a:moveTo>
                    <a:pt x="5656" y="12192"/>
                  </a:moveTo>
                  <a:lnTo>
                    <a:pt x="5656" y="12599"/>
                  </a:lnTo>
                  <a:cubicBezTo>
                    <a:pt x="5656" y="12823"/>
                    <a:pt x="5482" y="12997"/>
                    <a:pt x="5261" y="12997"/>
                  </a:cubicBezTo>
                  <a:lnTo>
                    <a:pt x="4172" y="12997"/>
                  </a:lnTo>
                  <a:cubicBezTo>
                    <a:pt x="3951" y="12997"/>
                    <a:pt x="3774" y="12823"/>
                    <a:pt x="3774" y="12599"/>
                  </a:cubicBezTo>
                  <a:lnTo>
                    <a:pt x="3774" y="12192"/>
                  </a:lnTo>
                  <a:close/>
                  <a:moveTo>
                    <a:pt x="4722" y="0"/>
                  </a:moveTo>
                  <a:cubicBezTo>
                    <a:pt x="2116" y="0"/>
                    <a:pt x="1" y="2115"/>
                    <a:pt x="1" y="4721"/>
                  </a:cubicBezTo>
                  <a:cubicBezTo>
                    <a:pt x="1" y="6065"/>
                    <a:pt x="573" y="7353"/>
                    <a:pt x="1589" y="8251"/>
                  </a:cubicBezTo>
                  <a:cubicBezTo>
                    <a:pt x="2116" y="8719"/>
                    <a:pt x="2419" y="9398"/>
                    <a:pt x="2419" y="10110"/>
                  </a:cubicBezTo>
                  <a:lnTo>
                    <a:pt x="2419" y="11244"/>
                  </a:lnTo>
                  <a:cubicBezTo>
                    <a:pt x="2419" y="11617"/>
                    <a:pt x="2641" y="11945"/>
                    <a:pt x="2969" y="12097"/>
                  </a:cubicBezTo>
                  <a:lnTo>
                    <a:pt x="2969" y="12599"/>
                  </a:lnTo>
                  <a:cubicBezTo>
                    <a:pt x="2969" y="13266"/>
                    <a:pt x="3508" y="13805"/>
                    <a:pt x="4172" y="13805"/>
                  </a:cubicBezTo>
                  <a:lnTo>
                    <a:pt x="5261" y="13805"/>
                  </a:lnTo>
                  <a:cubicBezTo>
                    <a:pt x="5926" y="13805"/>
                    <a:pt x="6464" y="13266"/>
                    <a:pt x="6464" y="12599"/>
                  </a:cubicBezTo>
                  <a:lnTo>
                    <a:pt x="6464" y="12097"/>
                  </a:lnTo>
                  <a:cubicBezTo>
                    <a:pt x="6790" y="11945"/>
                    <a:pt x="7014" y="11617"/>
                    <a:pt x="7014" y="11244"/>
                  </a:cubicBezTo>
                  <a:lnTo>
                    <a:pt x="7014" y="10110"/>
                  </a:lnTo>
                  <a:cubicBezTo>
                    <a:pt x="7014" y="9398"/>
                    <a:pt x="7317" y="8719"/>
                    <a:pt x="7842" y="8251"/>
                  </a:cubicBezTo>
                  <a:cubicBezTo>
                    <a:pt x="8860" y="7353"/>
                    <a:pt x="9432" y="6065"/>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92" name="Google Shape;1092;p42"/>
          <p:cNvGrpSpPr/>
          <p:nvPr/>
        </p:nvGrpSpPr>
        <p:grpSpPr>
          <a:xfrm>
            <a:off x="7330138" y="1267750"/>
            <a:ext cx="345150" cy="344800"/>
            <a:chOff x="5512088" y="2681150"/>
            <a:chExt cx="345150" cy="344800"/>
          </a:xfrm>
        </p:grpSpPr>
        <p:sp>
          <p:nvSpPr>
            <p:cNvPr id="1093" name="Google Shape;1093;p42"/>
            <p:cNvSpPr/>
            <p:nvPr/>
          </p:nvSpPr>
          <p:spPr>
            <a:xfrm>
              <a:off x="5512088" y="2681150"/>
              <a:ext cx="345150" cy="344800"/>
            </a:xfrm>
            <a:custGeom>
              <a:avLst/>
              <a:gdLst/>
              <a:ahLst/>
              <a:cxnLst/>
              <a:rect l="l" t="t" r="r" b="b"/>
              <a:pathLst>
                <a:path w="13806" h="13792" extrusionOk="0">
                  <a:moveTo>
                    <a:pt x="6896" y="806"/>
                  </a:moveTo>
                  <a:cubicBezTo>
                    <a:pt x="8158" y="806"/>
                    <a:pt x="9188" y="1835"/>
                    <a:pt x="9188" y="3098"/>
                  </a:cubicBezTo>
                  <a:cubicBezTo>
                    <a:pt x="9188" y="3776"/>
                    <a:pt x="8882" y="4419"/>
                    <a:pt x="8357" y="4862"/>
                  </a:cubicBezTo>
                  <a:cubicBezTo>
                    <a:pt x="8018" y="5143"/>
                    <a:pt x="7785" y="5516"/>
                    <a:pt x="7704" y="5925"/>
                  </a:cubicBezTo>
                  <a:lnTo>
                    <a:pt x="7305" y="5925"/>
                  </a:lnTo>
                  <a:lnTo>
                    <a:pt x="7305" y="3799"/>
                  </a:lnTo>
                  <a:lnTo>
                    <a:pt x="7984" y="3120"/>
                  </a:lnTo>
                  <a:cubicBezTo>
                    <a:pt x="8136" y="2969"/>
                    <a:pt x="8158" y="2736"/>
                    <a:pt x="8029" y="2570"/>
                  </a:cubicBezTo>
                  <a:cubicBezTo>
                    <a:pt x="7948" y="2472"/>
                    <a:pt x="7831" y="2422"/>
                    <a:pt x="7713" y="2422"/>
                  </a:cubicBezTo>
                  <a:cubicBezTo>
                    <a:pt x="7609" y="2422"/>
                    <a:pt x="7504" y="2460"/>
                    <a:pt x="7423" y="2537"/>
                  </a:cubicBezTo>
                  <a:lnTo>
                    <a:pt x="6896" y="3061"/>
                  </a:lnTo>
                  <a:lnTo>
                    <a:pt x="6382" y="2537"/>
                  </a:lnTo>
                  <a:cubicBezTo>
                    <a:pt x="6300" y="2460"/>
                    <a:pt x="6194" y="2422"/>
                    <a:pt x="6090" y="2422"/>
                  </a:cubicBezTo>
                  <a:cubicBezTo>
                    <a:pt x="5971" y="2422"/>
                    <a:pt x="5854" y="2472"/>
                    <a:pt x="5773" y="2570"/>
                  </a:cubicBezTo>
                  <a:cubicBezTo>
                    <a:pt x="5644" y="2736"/>
                    <a:pt x="5670" y="2969"/>
                    <a:pt x="5810" y="3120"/>
                  </a:cubicBezTo>
                  <a:lnTo>
                    <a:pt x="6497" y="3799"/>
                  </a:lnTo>
                  <a:lnTo>
                    <a:pt x="6497" y="5925"/>
                  </a:lnTo>
                  <a:lnTo>
                    <a:pt x="6090" y="5925"/>
                  </a:lnTo>
                  <a:cubicBezTo>
                    <a:pt x="6006" y="5516"/>
                    <a:pt x="5785" y="5143"/>
                    <a:pt x="5445" y="4862"/>
                  </a:cubicBezTo>
                  <a:cubicBezTo>
                    <a:pt x="4909" y="4419"/>
                    <a:pt x="4604" y="3776"/>
                    <a:pt x="4604" y="3098"/>
                  </a:cubicBezTo>
                  <a:cubicBezTo>
                    <a:pt x="4604" y="1835"/>
                    <a:pt x="5633" y="806"/>
                    <a:pt x="6896" y="806"/>
                  </a:cubicBezTo>
                  <a:close/>
                  <a:moveTo>
                    <a:pt x="7678" y="6733"/>
                  </a:moveTo>
                  <a:lnTo>
                    <a:pt x="7678" y="7409"/>
                  </a:lnTo>
                  <a:cubicBezTo>
                    <a:pt x="7678" y="7480"/>
                    <a:pt x="7619" y="7538"/>
                    <a:pt x="7549" y="7538"/>
                  </a:cubicBezTo>
                  <a:lnTo>
                    <a:pt x="6253" y="7538"/>
                  </a:lnTo>
                  <a:cubicBezTo>
                    <a:pt x="6183" y="7538"/>
                    <a:pt x="6113" y="7480"/>
                    <a:pt x="6113" y="7409"/>
                  </a:cubicBezTo>
                  <a:lnTo>
                    <a:pt x="6113" y="6733"/>
                  </a:lnTo>
                  <a:close/>
                  <a:moveTo>
                    <a:pt x="2023" y="11772"/>
                  </a:moveTo>
                  <a:lnTo>
                    <a:pt x="2023" y="12986"/>
                  </a:lnTo>
                  <a:lnTo>
                    <a:pt x="805" y="12986"/>
                  </a:lnTo>
                  <a:lnTo>
                    <a:pt x="805" y="11772"/>
                  </a:lnTo>
                  <a:close/>
                  <a:moveTo>
                    <a:pt x="5692" y="11772"/>
                  </a:moveTo>
                  <a:lnTo>
                    <a:pt x="5692" y="12986"/>
                  </a:lnTo>
                  <a:lnTo>
                    <a:pt x="4477" y="12986"/>
                  </a:lnTo>
                  <a:lnTo>
                    <a:pt x="4477" y="11772"/>
                  </a:lnTo>
                  <a:close/>
                  <a:moveTo>
                    <a:pt x="9350" y="11772"/>
                  </a:moveTo>
                  <a:lnTo>
                    <a:pt x="9350" y="12986"/>
                  </a:lnTo>
                  <a:lnTo>
                    <a:pt x="8136" y="12986"/>
                  </a:lnTo>
                  <a:lnTo>
                    <a:pt x="8136" y="11772"/>
                  </a:lnTo>
                  <a:close/>
                  <a:moveTo>
                    <a:pt x="12997" y="11772"/>
                  </a:moveTo>
                  <a:lnTo>
                    <a:pt x="12997" y="12986"/>
                  </a:lnTo>
                  <a:lnTo>
                    <a:pt x="11782" y="12986"/>
                  </a:lnTo>
                  <a:lnTo>
                    <a:pt x="11782" y="11772"/>
                  </a:lnTo>
                  <a:close/>
                  <a:moveTo>
                    <a:pt x="6896" y="1"/>
                  </a:moveTo>
                  <a:cubicBezTo>
                    <a:pt x="5179" y="1"/>
                    <a:pt x="3787" y="1392"/>
                    <a:pt x="3787" y="3098"/>
                  </a:cubicBezTo>
                  <a:cubicBezTo>
                    <a:pt x="3787" y="4021"/>
                    <a:pt x="4197" y="4899"/>
                    <a:pt x="4921" y="5482"/>
                  </a:cubicBezTo>
                  <a:cubicBezTo>
                    <a:pt x="5165" y="5693"/>
                    <a:pt x="5305" y="5973"/>
                    <a:pt x="5305" y="6254"/>
                  </a:cubicBezTo>
                  <a:lnTo>
                    <a:pt x="5305" y="7409"/>
                  </a:lnTo>
                  <a:cubicBezTo>
                    <a:pt x="5305" y="7926"/>
                    <a:pt x="5726" y="8358"/>
                    <a:pt x="6253" y="8358"/>
                  </a:cubicBezTo>
                  <a:lnTo>
                    <a:pt x="6497" y="8358"/>
                  </a:lnTo>
                  <a:lnTo>
                    <a:pt x="6497" y="9188"/>
                  </a:lnTo>
                  <a:lnTo>
                    <a:pt x="1425" y="9188"/>
                  </a:lnTo>
                  <a:cubicBezTo>
                    <a:pt x="1204" y="9188"/>
                    <a:pt x="1027" y="9373"/>
                    <a:pt x="1027" y="9598"/>
                  </a:cubicBezTo>
                  <a:lnTo>
                    <a:pt x="1027" y="10964"/>
                  </a:lnTo>
                  <a:lnTo>
                    <a:pt x="396" y="10964"/>
                  </a:lnTo>
                  <a:cubicBezTo>
                    <a:pt x="174" y="10964"/>
                    <a:pt x="0" y="11152"/>
                    <a:pt x="0" y="11373"/>
                  </a:cubicBezTo>
                  <a:lnTo>
                    <a:pt x="0" y="13396"/>
                  </a:lnTo>
                  <a:cubicBezTo>
                    <a:pt x="0" y="13618"/>
                    <a:pt x="174" y="13791"/>
                    <a:pt x="396" y="13791"/>
                  </a:cubicBezTo>
                  <a:lnTo>
                    <a:pt x="2418" y="13791"/>
                  </a:lnTo>
                  <a:cubicBezTo>
                    <a:pt x="2654" y="13791"/>
                    <a:pt x="2828" y="13618"/>
                    <a:pt x="2828" y="13396"/>
                  </a:cubicBezTo>
                  <a:lnTo>
                    <a:pt x="2828" y="11373"/>
                  </a:lnTo>
                  <a:cubicBezTo>
                    <a:pt x="2828" y="11152"/>
                    <a:pt x="2654" y="10964"/>
                    <a:pt x="2418" y="10964"/>
                  </a:cubicBezTo>
                  <a:lnTo>
                    <a:pt x="1835" y="10964"/>
                  </a:lnTo>
                  <a:lnTo>
                    <a:pt x="1835" y="9993"/>
                  </a:lnTo>
                  <a:lnTo>
                    <a:pt x="4688" y="9993"/>
                  </a:lnTo>
                  <a:lnTo>
                    <a:pt x="4688" y="10964"/>
                  </a:lnTo>
                  <a:lnTo>
                    <a:pt x="4068" y="10964"/>
                  </a:lnTo>
                  <a:cubicBezTo>
                    <a:pt x="3846" y="10964"/>
                    <a:pt x="3669" y="11152"/>
                    <a:pt x="3669" y="11373"/>
                  </a:cubicBezTo>
                  <a:lnTo>
                    <a:pt x="3669" y="13396"/>
                  </a:lnTo>
                  <a:cubicBezTo>
                    <a:pt x="3669" y="13618"/>
                    <a:pt x="3846" y="13791"/>
                    <a:pt x="4068" y="13791"/>
                  </a:cubicBezTo>
                  <a:lnTo>
                    <a:pt x="6090" y="13791"/>
                  </a:lnTo>
                  <a:cubicBezTo>
                    <a:pt x="6312" y="13791"/>
                    <a:pt x="6497" y="13618"/>
                    <a:pt x="6497" y="13396"/>
                  </a:cubicBezTo>
                  <a:lnTo>
                    <a:pt x="6497" y="11373"/>
                  </a:lnTo>
                  <a:cubicBezTo>
                    <a:pt x="6497" y="11152"/>
                    <a:pt x="6312" y="10964"/>
                    <a:pt x="6090" y="10964"/>
                  </a:cubicBezTo>
                  <a:lnTo>
                    <a:pt x="5470" y="10964"/>
                  </a:lnTo>
                  <a:lnTo>
                    <a:pt x="5470" y="9993"/>
                  </a:lnTo>
                  <a:lnTo>
                    <a:pt x="8335" y="9993"/>
                  </a:lnTo>
                  <a:lnTo>
                    <a:pt x="8335" y="10964"/>
                  </a:lnTo>
                  <a:lnTo>
                    <a:pt x="7737" y="10964"/>
                  </a:lnTo>
                  <a:cubicBezTo>
                    <a:pt x="7516" y="10964"/>
                    <a:pt x="7328" y="11152"/>
                    <a:pt x="7328" y="11373"/>
                  </a:cubicBezTo>
                  <a:lnTo>
                    <a:pt x="7328" y="13396"/>
                  </a:lnTo>
                  <a:cubicBezTo>
                    <a:pt x="7328" y="13618"/>
                    <a:pt x="7516" y="13791"/>
                    <a:pt x="7737" y="13791"/>
                  </a:cubicBezTo>
                  <a:lnTo>
                    <a:pt x="9760" y="13791"/>
                  </a:lnTo>
                  <a:cubicBezTo>
                    <a:pt x="9981" y="13791"/>
                    <a:pt x="10158" y="13618"/>
                    <a:pt x="10158" y="13396"/>
                  </a:cubicBezTo>
                  <a:lnTo>
                    <a:pt x="10158" y="11373"/>
                  </a:lnTo>
                  <a:cubicBezTo>
                    <a:pt x="10158" y="11152"/>
                    <a:pt x="9981" y="10964"/>
                    <a:pt x="9760" y="10964"/>
                  </a:cubicBezTo>
                  <a:lnTo>
                    <a:pt x="9140" y="10964"/>
                  </a:lnTo>
                  <a:lnTo>
                    <a:pt x="9140" y="9993"/>
                  </a:lnTo>
                  <a:lnTo>
                    <a:pt x="11993" y="9993"/>
                  </a:lnTo>
                  <a:lnTo>
                    <a:pt x="11993" y="10964"/>
                  </a:lnTo>
                  <a:lnTo>
                    <a:pt x="11373" y="10964"/>
                  </a:lnTo>
                  <a:cubicBezTo>
                    <a:pt x="11151" y="10964"/>
                    <a:pt x="10975" y="11152"/>
                    <a:pt x="10975" y="11373"/>
                  </a:cubicBezTo>
                  <a:lnTo>
                    <a:pt x="10975" y="13396"/>
                  </a:lnTo>
                  <a:cubicBezTo>
                    <a:pt x="10975" y="13618"/>
                    <a:pt x="11151" y="13791"/>
                    <a:pt x="11373" y="13791"/>
                  </a:cubicBezTo>
                  <a:lnTo>
                    <a:pt x="13396" y="13791"/>
                  </a:lnTo>
                  <a:cubicBezTo>
                    <a:pt x="13617" y="13791"/>
                    <a:pt x="13805" y="13618"/>
                    <a:pt x="13805" y="13396"/>
                  </a:cubicBezTo>
                  <a:lnTo>
                    <a:pt x="13805" y="11373"/>
                  </a:lnTo>
                  <a:cubicBezTo>
                    <a:pt x="13805" y="11152"/>
                    <a:pt x="13617" y="10964"/>
                    <a:pt x="13396" y="10964"/>
                  </a:cubicBezTo>
                  <a:lnTo>
                    <a:pt x="12798" y="10964"/>
                  </a:lnTo>
                  <a:lnTo>
                    <a:pt x="12798" y="9598"/>
                  </a:lnTo>
                  <a:cubicBezTo>
                    <a:pt x="12798" y="9373"/>
                    <a:pt x="12624" y="9188"/>
                    <a:pt x="12402" y="9188"/>
                  </a:cubicBezTo>
                  <a:lnTo>
                    <a:pt x="7305" y="9188"/>
                  </a:lnTo>
                  <a:lnTo>
                    <a:pt x="7305" y="8358"/>
                  </a:lnTo>
                  <a:lnTo>
                    <a:pt x="7549" y="8358"/>
                  </a:lnTo>
                  <a:cubicBezTo>
                    <a:pt x="8065" y="8358"/>
                    <a:pt x="8486" y="7926"/>
                    <a:pt x="8486" y="7409"/>
                  </a:cubicBezTo>
                  <a:lnTo>
                    <a:pt x="8486" y="6254"/>
                  </a:lnTo>
                  <a:cubicBezTo>
                    <a:pt x="8486" y="5973"/>
                    <a:pt x="8638" y="5693"/>
                    <a:pt x="8882" y="5482"/>
                  </a:cubicBezTo>
                  <a:cubicBezTo>
                    <a:pt x="9597" y="4899"/>
                    <a:pt x="10018" y="4021"/>
                    <a:pt x="10018" y="3098"/>
                  </a:cubicBezTo>
                  <a:cubicBezTo>
                    <a:pt x="10018" y="1392"/>
                    <a:pt x="8615" y="1"/>
                    <a:pt x="6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4" name="Google Shape;1094;p42"/>
            <p:cNvSpPr/>
            <p:nvPr/>
          </p:nvSpPr>
          <p:spPr>
            <a:xfrm>
              <a:off x="5782663" y="2748350"/>
              <a:ext cx="40350" cy="20200"/>
            </a:xfrm>
            <a:custGeom>
              <a:avLst/>
              <a:gdLst/>
              <a:ahLst/>
              <a:cxnLst/>
              <a:rect l="l" t="t" r="r" b="b"/>
              <a:pathLst>
                <a:path w="1614" h="808" extrusionOk="0">
                  <a:moveTo>
                    <a:pt x="398" y="0"/>
                  </a:moveTo>
                  <a:cubicBezTo>
                    <a:pt x="177" y="0"/>
                    <a:pt x="0" y="188"/>
                    <a:pt x="0" y="410"/>
                  </a:cubicBezTo>
                  <a:cubicBezTo>
                    <a:pt x="0" y="631"/>
                    <a:pt x="177" y="808"/>
                    <a:pt x="398" y="808"/>
                  </a:cubicBezTo>
                  <a:lnTo>
                    <a:pt x="1204" y="808"/>
                  </a:lnTo>
                  <a:cubicBezTo>
                    <a:pt x="1439" y="808"/>
                    <a:pt x="1613" y="631"/>
                    <a:pt x="1613" y="410"/>
                  </a:cubicBezTo>
                  <a:cubicBezTo>
                    <a:pt x="1613" y="188"/>
                    <a:pt x="1439" y="0"/>
                    <a:pt x="1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5" name="Google Shape;1095;p42"/>
            <p:cNvSpPr/>
            <p:nvPr/>
          </p:nvSpPr>
          <p:spPr>
            <a:xfrm>
              <a:off x="5774438" y="2694450"/>
              <a:ext cx="40700" cy="30375"/>
            </a:xfrm>
            <a:custGeom>
              <a:avLst/>
              <a:gdLst/>
              <a:ahLst/>
              <a:cxnLst/>
              <a:rect l="l" t="t" r="r" b="b"/>
              <a:pathLst>
                <a:path w="1628" h="1215" extrusionOk="0">
                  <a:moveTo>
                    <a:pt x="1158" y="1"/>
                  </a:moveTo>
                  <a:cubicBezTo>
                    <a:pt x="1091" y="1"/>
                    <a:pt x="1022" y="18"/>
                    <a:pt x="960" y="52"/>
                  </a:cubicBezTo>
                  <a:lnTo>
                    <a:pt x="259" y="462"/>
                  </a:lnTo>
                  <a:cubicBezTo>
                    <a:pt x="60" y="565"/>
                    <a:pt x="1" y="824"/>
                    <a:pt x="107" y="1011"/>
                  </a:cubicBezTo>
                  <a:cubicBezTo>
                    <a:pt x="186" y="1145"/>
                    <a:pt x="322" y="1214"/>
                    <a:pt x="459" y="1214"/>
                  </a:cubicBezTo>
                  <a:cubicBezTo>
                    <a:pt x="527" y="1214"/>
                    <a:pt x="595" y="1197"/>
                    <a:pt x="657" y="1163"/>
                  </a:cubicBezTo>
                  <a:lnTo>
                    <a:pt x="1359" y="753"/>
                  </a:lnTo>
                  <a:cubicBezTo>
                    <a:pt x="1558" y="650"/>
                    <a:pt x="1628" y="403"/>
                    <a:pt x="1510" y="204"/>
                  </a:cubicBezTo>
                  <a:cubicBezTo>
                    <a:pt x="1431" y="70"/>
                    <a:pt x="1296" y="1"/>
                    <a:pt x="11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6" name="Google Shape;1096;p42"/>
            <p:cNvSpPr/>
            <p:nvPr/>
          </p:nvSpPr>
          <p:spPr>
            <a:xfrm>
              <a:off x="5774438" y="2792200"/>
              <a:ext cx="40700" cy="30350"/>
            </a:xfrm>
            <a:custGeom>
              <a:avLst/>
              <a:gdLst/>
              <a:ahLst/>
              <a:cxnLst/>
              <a:rect l="l" t="t" r="r" b="b"/>
              <a:pathLst>
                <a:path w="1628" h="1214" extrusionOk="0">
                  <a:moveTo>
                    <a:pt x="457" y="0"/>
                  </a:moveTo>
                  <a:cubicBezTo>
                    <a:pt x="320" y="0"/>
                    <a:pt x="186" y="73"/>
                    <a:pt x="107" y="199"/>
                  </a:cubicBezTo>
                  <a:cubicBezTo>
                    <a:pt x="1" y="398"/>
                    <a:pt x="60" y="642"/>
                    <a:pt x="259" y="760"/>
                  </a:cubicBezTo>
                  <a:lnTo>
                    <a:pt x="960" y="1158"/>
                  </a:lnTo>
                  <a:cubicBezTo>
                    <a:pt x="1023" y="1196"/>
                    <a:pt x="1091" y="1214"/>
                    <a:pt x="1159" y="1214"/>
                  </a:cubicBezTo>
                  <a:cubicBezTo>
                    <a:pt x="1296" y="1214"/>
                    <a:pt x="1431" y="1141"/>
                    <a:pt x="1510" y="1018"/>
                  </a:cubicBezTo>
                  <a:cubicBezTo>
                    <a:pt x="1628" y="819"/>
                    <a:pt x="1558" y="572"/>
                    <a:pt x="1359" y="457"/>
                  </a:cubicBezTo>
                  <a:lnTo>
                    <a:pt x="657" y="58"/>
                  </a:lnTo>
                  <a:cubicBezTo>
                    <a:pt x="594" y="19"/>
                    <a:pt x="525" y="0"/>
                    <a:pt x="4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7" name="Google Shape;1097;p42"/>
            <p:cNvSpPr/>
            <p:nvPr/>
          </p:nvSpPr>
          <p:spPr>
            <a:xfrm>
              <a:off x="5546513" y="2748350"/>
              <a:ext cx="40700" cy="20200"/>
            </a:xfrm>
            <a:custGeom>
              <a:avLst/>
              <a:gdLst/>
              <a:ahLst/>
              <a:cxnLst/>
              <a:rect l="l" t="t" r="r" b="b"/>
              <a:pathLst>
                <a:path w="1628" h="808" extrusionOk="0">
                  <a:moveTo>
                    <a:pt x="410" y="0"/>
                  </a:moveTo>
                  <a:cubicBezTo>
                    <a:pt x="188" y="0"/>
                    <a:pt x="1" y="188"/>
                    <a:pt x="1" y="410"/>
                  </a:cubicBezTo>
                  <a:cubicBezTo>
                    <a:pt x="1" y="631"/>
                    <a:pt x="188" y="808"/>
                    <a:pt x="410" y="808"/>
                  </a:cubicBezTo>
                  <a:lnTo>
                    <a:pt x="1218" y="808"/>
                  </a:lnTo>
                  <a:cubicBezTo>
                    <a:pt x="1440" y="808"/>
                    <a:pt x="1628" y="631"/>
                    <a:pt x="1628" y="410"/>
                  </a:cubicBezTo>
                  <a:cubicBezTo>
                    <a:pt x="1628" y="188"/>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8" name="Google Shape;1098;p42"/>
            <p:cNvSpPr/>
            <p:nvPr/>
          </p:nvSpPr>
          <p:spPr>
            <a:xfrm>
              <a:off x="5554713" y="2694450"/>
              <a:ext cx="40650" cy="30375"/>
            </a:xfrm>
            <a:custGeom>
              <a:avLst/>
              <a:gdLst/>
              <a:ahLst/>
              <a:cxnLst/>
              <a:rect l="l" t="t" r="r" b="b"/>
              <a:pathLst>
                <a:path w="1626" h="1215" extrusionOk="0">
                  <a:moveTo>
                    <a:pt x="462" y="1"/>
                  </a:moveTo>
                  <a:cubicBezTo>
                    <a:pt x="321" y="1"/>
                    <a:pt x="184" y="70"/>
                    <a:pt x="107" y="204"/>
                  </a:cubicBezTo>
                  <a:cubicBezTo>
                    <a:pt x="1" y="403"/>
                    <a:pt x="60" y="650"/>
                    <a:pt x="259" y="753"/>
                  </a:cubicBezTo>
                  <a:lnTo>
                    <a:pt x="960" y="1163"/>
                  </a:lnTo>
                  <a:cubicBezTo>
                    <a:pt x="1021" y="1197"/>
                    <a:pt x="1090" y="1214"/>
                    <a:pt x="1159" y="1214"/>
                  </a:cubicBezTo>
                  <a:cubicBezTo>
                    <a:pt x="1299" y="1214"/>
                    <a:pt x="1439" y="1145"/>
                    <a:pt x="1510" y="1011"/>
                  </a:cubicBezTo>
                  <a:cubicBezTo>
                    <a:pt x="1625" y="824"/>
                    <a:pt x="1555" y="565"/>
                    <a:pt x="1356" y="462"/>
                  </a:cubicBezTo>
                  <a:lnTo>
                    <a:pt x="668" y="52"/>
                  </a:lnTo>
                  <a:cubicBezTo>
                    <a:pt x="603" y="18"/>
                    <a:pt x="532"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9" name="Google Shape;1099;p42"/>
            <p:cNvSpPr/>
            <p:nvPr/>
          </p:nvSpPr>
          <p:spPr>
            <a:xfrm>
              <a:off x="5554713" y="2792200"/>
              <a:ext cx="40650" cy="30350"/>
            </a:xfrm>
            <a:custGeom>
              <a:avLst/>
              <a:gdLst/>
              <a:ahLst/>
              <a:cxnLst/>
              <a:rect l="l" t="t" r="r" b="b"/>
              <a:pathLst>
                <a:path w="1626" h="1214" extrusionOk="0">
                  <a:moveTo>
                    <a:pt x="1162" y="0"/>
                  </a:moveTo>
                  <a:cubicBezTo>
                    <a:pt x="1092" y="0"/>
                    <a:pt x="1022" y="19"/>
                    <a:pt x="960" y="58"/>
                  </a:cubicBezTo>
                  <a:lnTo>
                    <a:pt x="259" y="457"/>
                  </a:lnTo>
                  <a:cubicBezTo>
                    <a:pt x="60" y="572"/>
                    <a:pt x="1" y="819"/>
                    <a:pt x="107" y="1018"/>
                  </a:cubicBezTo>
                  <a:cubicBezTo>
                    <a:pt x="184" y="1141"/>
                    <a:pt x="320" y="1214"/>
                    <a:pt x="461" y="1214"/>
                  </a:cubicBezTo>
                  <a:cubicBezTo>
                    <a:pt x="531" y="1214"/>
                    <a:pt x="602" y="1196"/>
                    <a:pt x="668" y="1158"/>
                  </a:cubicBezTo>
                  <a:lnTo>
                    <a:pt x="1356" y="760"/>
                  </a:lnTo>
                  <a:cubicBezTo>
                    <a:pt x="1555" y="642"/>
                    <a:pt x="1625" y="398"/>
                    <a:pt x="1510" y="199"/>
                  </a:cubicBezTo>
                  <a:cubicBezTo>
                    <a:pt x="1439" y="73"/>
                    <a:pt x="1301" y="0"/>
                    <a:pt x="11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01" name="Google Shape;1101;p42"/>
          <p:cNvSpPr/>
          <p:nvPr/>
        </p:nvSpPr>
        <p:spPr>
          <a:xfrm>
            <a:off x="1438450" y="1267700"/>
            <a:ext cx="345150" cy="344900"/>
          </a:xfrm>
          <a:custGeom>
            <a:avLst/>
            <a:gdLst/>
            <a:ahLst/>
            <a:cxnLst/>
            <a:rect l="l" t="t" r="r" b="b"/>
            <a:pathLst>
              <a:path w="13806" h="13796" extrusionOk="0">
                <a:moveTo>
                  <a:pt x="2561" y="880"/>
                </a:moveTo>
                <a:lnTo>
                  <a:pt x="3964" y="1747"/>
                </a:lnTo>
                <a:lnTo>
                  <a:pt x="2561" y="2622"/>
                </a:lnTo>
                <a:lnTo>
                  <a:pt x="1170" y="1747"/>
                </a:lnTo>
                <a:lnTo>
                  <a:pt x="2561" y="880"/>
                </a:lnTo>
                <a:close/>
                <a:moveTo>
                  <a:pt x="11247" y="880"/>
                </a:moveTo>
                <a:lnTo>
                  <a:pt x="12638" y="1747"/>
                </a:lnTo>
                <a:lnTo>
                  <a:pt x="11247" y="2622"/>
                </a:lnTo>
                <a:lnTo>
                  <a:pt x="9855" y="1747"/>
                </a:lnTo>
                <a:lnTo>
                  <a:pt x="11247" y="880"/>
                </a:lnTo>
                <a:close/>
                <a:moveTo>
                  <a:pt x="808" y="2482"/>
                </a:moveTo>
                <a:lnTo>
                  <a:pt x="2152" y="3323"/>
                </a:lnTo>
                <a:lnTo>
                  <a:pt x="2152" y="5065"/>
                </a:lnTo>
                <a:lnTo>
                  <a:pt x="808" y="4224"/>
                </a:lnTo>
                <a:lnTo>
                  <a:pt x="808" y="2482"/>
                </a:lnTo>
                <a:close/>
                <a:moveTo>
                  <a:pt x="4315" y="2482"/>
                </a:moveTo>
                <a:lnTo>
                  <a:pt x="4315" y="4224"/>
                </a:lnTo>
                <a:lnTo>
                  <a:pt x="2971" y="5065"/>
                </a:lnTo>
                <a:lnTo>
                  <a:pt x="2971" y="3323"/>
                </a:lnTo>
                <a:lnTo>
                  <a:pt x="4315" y="2482"/>
                </a:lnTo>
                <a:close/>
                <a:moveTo>
                  <a:pt x="9493" y="2482"/>
                </a:moveTo>
                <a:lnTo>
                  <a:pt x="10837" y="3323"/>
                </a:lnTo>
                <a:lnTo>
                  <a:pt x="10837" y="5065"/>
                </a:lnTo>
                <a:lnTo>
                  <a:pt x="9493" y="4224"/>
                </a:lnTo>
                <a:lnTo>
                  <a:pt x="9493" y="2482"/>
                </a:lnTo>
                <a:close/>
                <a:moveTo>
                  <a:pt x="13000" y="2482"/>
                </a:moveTo>
                <a:lnTo>
                  <a:pt x="13000" y="4224"/>
                </a:lnTo>
                <a:lnTo>
                  <a:pt x="11642" y="5065"/>
                </a:lnTo>
                <a:lnTo>
                  <a:pt x="11642" y="3323"/>
                </a:lnTo>
                <a:lnTo>
                  <a:pt x="13000" y="2482"/>
                </a:lnTo>
                <a:close/>
                <a:moveTo>
                  <a:pt x="2561" y="8479"/>
                </a:moveTo>
                <a:lnTo>
                  <a:pt x="3964" y="9355"/>
                </a:lnTo>
                <a:lnTo>
                  <a:pt x="2561" y="10219"/>
                </a:lnTo>
                <a:lnTo>
                  <a:pt x="1170" y="9355"/>
                </a:lnTo>
                <a:lnTo>
                  <a:pt x="2561" y="8479"/>
                </a:lnTo>
                <a:close/>
                <a:moveTo>
                  <a:pt x="11247" y="8479"/>
                </a:moveTo>
                <a:lnTo>
                  <a:pt x="12638" y="9355"/>
                </a:lnTo>
                <a:lnTo>
                  <a:pt x="11247" y="10219"/>
                </a:lnTo>
                <a:lnTo>
                  <a:pt x="9855" y="9355"/>
                </a:lnTo>
                <a:lnTo>
                  <a:pt x="11247" y="8479"/>
                </a:lnTo>
                <a:close/>
                <a:moveTo>
                  <a:pt x="8685" y="2961"/>
                </a:moveTo>
                <a:lnTo>
                  <a:pt x="8685" y="4445"/>
                </a:lnTo>
                <a:cubicBezTo>
                  <a:pt x="8685" y="4586"/>
                  <a:pt x="8756" y="4715"/>
                  <a:pt x="8873" y="4785"/>
                </a:cubicBezTo>
                <a:lnTo>
                  <a:pt x="10837" y="6025"/>
                </a:lnTo>
                <a:lnTo>
                  <a:pt x="10837" y="7778"/>
                </a:lnTo>
                <a:lnTo>
                  <a:pt x="8873" y="9015"/>
                </a:lnTo>
                <a:cubicBezTo>
                  <a:pt x="8756" y="9085"/>
                  <a:pt x="8685" y="9214"/>
                  <a:pt x="8685" y="9355"/>
                </a:cubicBezTo>
                <a:lnTo>
                  <a:pt x="8685" y="10839"/>
                </a:lnTo>
                <a:lnTo>
                  <a:pt x="5120" y="10839"/>
                </a:lnTo>
                <a:lnTo>
                  <a:pt x="5120" y="9355"/>
                </a:lnTo>
                <a:cubicBezTo>
                  <a:pt x="5120" y="9214"/>
                  <a:pt x="5050" y="9085"/>
                  <a:pt x="4935" y="9015"/>
                </a:cubicBezTo>
                <a:lnTo>
                  <a:pt x="2971" y="7778"/>
                </a:lnTo>
                <a:lnTo>
                  <a:pt x="2971" y="6025"/>
                </a:lnTo>
                <a:lnTo>
                  <a:pt x="4935" y="4785"/>
                </a:lnTo>
                <a:cubicBezTo>
                  <a:pt x="5050" y="4715"/>
                  <a:pt x="5120" y="4586"/>
                  <a:pt x="5120" y="4445"/>
                </a:cubicBezTo>
                <a:lnTo>
                  <a:pt x="5120" y="2961"/>
                </a:lnTo>
                <a:close/>
                <a:moveTo>
                  <a:pt x="808" y="10078"/>
                </a:moveTo>
                <a:lnTo>
                  <a:pt x="2152" y="10920"/>
                </a:lnTo>
                <a:lnTo>
                  <a:pt x="2152" y="12662"/>
                </a:lnTo>
                <a:lnTo>
                  <a:pt x="808" y="11821"/>
                </a:lnTo>
                <a:lnTo>
                  <a:pt x="808" y="10078"/>
                </a:lnTo>
                <a:close/>
                <a:moveTo>
                  <a:pt x="4315" y="10078"/>
                </a:moveTo>
                <a:lnTo>
                  <a:pt x="4315" y="11821"/>
                </a:lnTo>
                <a:lnTo>
                  <a:pt x="2971" y="12662"/>
                </a:lnTo>
                <a:lnTo>
                  <a:pt x="2971" y="10920"/>
                </a:lnTo>
                <a:lnTo>
                  <a:pt x="4315" y="10078"/>
                </a:lnTo>
                <a:close/>
                <a:moveTo>
                  <a:pt x="9493" y="10078"/>
                </a:moveTo>
                <a:lnTo>
                  <a:pt x="10837" y="10920"/>
                </a:lnTo>
                <a:lnTo>
                  <a:pt x="10837" y="12662"/>
                </a:lnTo>
                <a:lnTo>
                  <a:pt x="9493" y="11821"/>
                </a:lnTo>
                <a:lnTo>
                  <a:pt x="9493" y="10078"/>
                </a:lnTo>
                <a:close/>
                <a:moveTo>
                  <a:pt x="13000" y="10078"/>
                </a:moveTo>
                <a:lnTo>
                  <a:pt x="13000" y="11821"/>
                </a:lnTo>
                <a:lnTo>
                  <a:pt x="11642" y="12662"/>
                </a:lnTo>
                <a:lnTo>
                  <a:pt x="11642" y="10920"/>
                </a:lnTo>
                <a:lnTo>
                  <a:pt x="13000" y="10078"/>
                </a:lnTo>
                <a:close/>
                <a:moveTo>
                  <a:pt x="2561" y="0"/>
                </a:moveTo>
                <a:cubicBezTo>
                  <a:pt x="2489" y="0"/>
                  <a:pt x="2416" y="21"/>
                  <a:pt x="2351" y="63"/>
                </a:cubicBezTo>
                <a:lnTo>
                  <a:pt x="188" y="1407"/>
                </a:lnTo>
                <a:cubicBezTo>
                  <a:pt x="70" y="1477"/>
                  <a:pt x="0" y="1618"/>
                  <a:pt x="0" y="1747"/>
                </a:cubicBezTo>
                <a:lnTo>
                  <a:pt x="0" y="4445"/>
                </a:lnTo>
                <a:cubicBezTo>
                  <a:pt x="0" y="4586"/>
                  <a:pt x="70" y="4715"/>
                  <a:pt x="188" y="4785"/>
                </a:cubicBezTo>
                <a:lnTo>
                  <a:pt x="2152" y="6025"/>
                </a:lnTo>
                <a:lnTo>
                  <a:pt x="2152" y="7778"/>
                </a:lnTo>
                <a:lnTo>
                  <a:pt x="188" y="9015"/>
                </a:lnTo>
                <a:cubicBezTo>
                  <a:pt x="70" y="9085"/>
                  <a:pt x="0" y="9214"/>
                  <a:pt x="0" y="9355"/>
                </a:cubicBezTo>
                <a:lnTo>
                  <a:pt x="0" y="12056"/>
                </a:lnTo>
                <a:cubicBezTo>
                  <a:pt x="0" y="12182"/>
                  <a:pt x="70" y="12323"/>
                  <a:pt x="188" y="12393"/>
                </a:cubicBezTo>
                <a:lnTo>
                  <a:pt x="2351" y="13739"/>
                </a:lnTo>
                <a:cubicBezTo>
                  <a:pt x="2410" y="13784"/>
                  <a:pt x="2491" y="13795"/>
                  <a:pt x="2561" y="13795"/>
                </a:cubicBezTo>
                <a:cubicBezTo>
                  <a:pt x="2632" y="13795"/>
                  <a:pt x="2713" y="13784"/>
                  <a:pt x="2772" y="13739"/>
                </a:cubicBezTo>
                <a:lnTo>
                  <a:pt x="4935" y="12393"/>
                </a:lnTo>
                <a:cubicBezTo>
                  <a:pt x="5050" y="12323"/>
                  <a:pt x="5120" y="12182"/>
                  <a:pt x="5120" y="12056"/>
                </a:cubicBezTo>
                <a:lnTo>
                  <a:pt x="5120" y="11647"/>
                </a:lnTo>
                <a:lnTo>
                  <a:pt x="8685" y="11647"/>
                </a:lnTo>
                <a:lnTo>
                  <a:pt x="8685" y="12056"/>
                </a:lnTo>
                <a:cubicBezTo>
                  <a:pt x="8685" y="12182"/>
                  <a:pt x="8756" y="12323"/>
                  <a:pt x="8873" y="12393"/>
                </a:cubicBezTo>
                <a:lnTo>
                  <a:pt x="11025" y="13739"/>
                </a:lnTo>
                <a:cubicBezTo>
                  <a:pt x="11095" y="13784"/>
                  <a:pt x="11165" y="13795"/>
                  <a:pt x="11247" y="13795"/>
                </a:cubicBezTo>
                <a:cubicBezTo>
                  <a:pt x="11317" y="13795"/>
                  <a:pt x="11387" y="13784"/>
                  <a:pt x="11457" y="13739"/>
                </a:cubicBezTo>
                <a:lnTo>
                  <a:pt x="13620" y="12393"/>
                </a:lnTo>
                <a:cubicBezTo>
                  <a:pt x="13735" y="12323"/>
                  <a:pt x="13805" y="12182"/>
                  <a:pt x="13805" y="12056"/>
                </a:cubicBezTo>
                <a:lnTo>
                  <a:pt x="13805" y="9355"/>
                </a:lnTo>
                <a:cubicBezTo>
                  <a:pt x="13805" y="9214"/>
                  <a:pt x="13735" y="9085"/>
                  <a:pt x="13620" y="9015"/>
                </a:cubicBezTo>
                <a:lnTo>
                  <a:pt x="11642" y="7778"/>
                </a:lnTo>
                <a:lnTo>
                  <a:pt x="11642" y="6025"/>
                </a:lnTo>
                <a:lnTo>
                  <a:pt x="13620" y="4785"/>
                </a:lnTo>
                <a:cubicBezTo>
                  <a:pt x="13735" y="4715"/>
                  <a:pt x="13805" y="4586"/>
                  <a:pt x="13805" y="4445"/>
                </a:cubicBezTo>
                <a:lnTo>
                  <a:pt x="13805" y="1747"/>
                </a:lnTo>
                <a:cubicBezTo>
                  <a:pt x="13805" y="1618"/>
                  <a:pt x="13735" y="1477"/>
                  <a:pt x="13620" y="1407"/>
                </a:cubicBezTo>
                <a:lnTo>
                  <a:pt x="11457" y="63"/>
                </a:lnTo>
                <a:cubicBezTo>
                  <a:pt x="11393" y="21"/>
                  <a:pt x="11320" y="0"/>
                  <a:pt x="11245" y="0"/>
                </a:cubicBezTo>
                <a:cubicBezTo>
                  <a:pt x="11171" y="0"/>
                  <a:pt x="11095" y="21"/>
                  <a:pt x="11025" y="63"/>
                </a:cubicBezTo>
                <a:lnTo>
                  <a:pt x="8873" y="1407"/>
                </a:lnTo>
                <a:cubicBezTo>
                  <a:pt x="8756" y="1477"/>
                  <a:pt x="8685" y="1618"/>
                  <a:pt x="8685" y="1747"/>
                </a:cubicBezTo>
                <a:lnTo>
                  <a:pt x="8685" y="2153"/>
                </a:lnTo>
                <a:lnTo>
                  <a:pt x="5120" y="2153"/>
                </a:lnTo>
                <a:lnTo>
                  <a:pt x="5120" y="1747"/>
                </a:lnTo>
                <a:cubicBezTo>
                  <a:pt x="5120" y="1618"/>
                  <a:pt x="5050" y="1477"/>
                  <a:pt x="4935" y="1407"/>
                </a:cubicBezTo>
                <a:lnTo>
                  <a:pt x="2772" y="63"/>
                </a:lnTo>
                <a:cubicBezTo>
                  <a:pt x="2707" y="21"/>
                  <a:pt x="2634" y="0"/>
                  <a:pt x="25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102" name="Google Shape;1102;p42"/>
          <p:cNvGrpSpPr/>
          <p:nvPr/>
        </p:nvGrpSpPr>
        <p:grpSpPr>
          <a:xfrm>
            <a:off x="4277875" y="1243300"/>
            <a:ext cx="346550" cy="344900"/>
            <a:chOff x="3239763" y="2681150"/>
            <a:chExt cx="346550" cy="344900"/>
          </a:xfrm>
        </p:grpSpPr>
        <p:sp>
          <p:nvSpPr>
            <p:cNvPr id="1103" name="Google Shape;1103;p42"/>
            <p:cNvSpPr/>
            <p:nvPr/>
          </p:nvSpPr>
          <p:spPr>
            <a:xfrm>
              <a:off x="3344688" y="2763625"/>
              <a:ext cx="136775" cy="43900"/>
            </a:xfrm>
            <a:custGeom>
              <a:avLst/>
              <a:gdLst/>
              <a:ahLst/>
              <a:cxnLst/>
              <a:rect l="l" t="t" r="r" b="b"/>
              <a:pathLst>
                <a:path w="5471" h="1756" extrusionOk="0">
                  <a:moveTo>
                    <a:pt x="2738" y="1"/>
                  </a:moveTo>
                  <a:cubicBezTo>
                    <a:pt x="1808" y="1"/>
                    <a:pt x="876" y="354"/>
                    <a:pt x="163" y="1061"/>
                  </a:cubicBezTo>
                  <a:cubicBezTo>
                    <a:pt x="0" y="1224"/>
                    <a:pt x="0" y="1482"/>
                    <a:pt x="163" y="1633"/>
                  </a:cubicBezTo>
                  <a:cubicBezTo>
                    <a:pt x="245" y="1715"/>
                    <a:pt x="347" y="1755"/>
                    <a:pt x="449" y="1755"/>
                  </a:cubicBezTo>
                  <a:cubicBezTo>
                    <a:pt x="552" y="1755"/>
                    <a:pt x="654" y="1715"/>
                    <a:pt x="735" y="1633"/>
                  </a:cubicBezTo>
                  <a:cubicBezTo>
                    <a:pt x="1291" y="1083"/>
                    <a:pt x="2015" y="809"/>
                    <a:pt x="2738" y="809"/>
                  </a:cubicBezTo>
                  <a:cubicBezTo>
                    <a:pt x="3462" y="809"/>
                    <a:pt x="4183" y="1083"/>
                    <a:pt x="4733" y="1633"/>
                  </a:cubicBezTo>
                  <a:cubicBezTo>
                    <a:pt x="4814" y="1715"/>
                    <a:pt x="4920" y="1755"/>
                    <a:pt x="5023" y="1755"/>
                  </a:cubicBezTo>
                  <a:cubicBezTo>
                    <a:pt x="5127" y="1755"/>
                    <a:pt x="5230" y="1715"/>
                    <a:pt x="5305" y="1633"/>
                  </a:cubicBezTo>
                  <a:cubicBezTo>
                    <a:pt x="5471" y="1482"/>
                    <a:pt x="5471" y="1224"/>
                    <a:pt x="5305" y="1061"/>
                  </a:cubicBezTo>
                  <a:cubicBezTo>
                    <a:pt x="4598" y="354"/>
                    <a:pt x="3669" y="1"/>
                    <a:pt x="2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4" name="Google Shape;1104;p42"/>
            <p:cNvSpPr/>
            <p:nvPr/>
          </p:nvSpPr>
          <p:spPr>
            <a:xfrm>
              <a:off x="3373313" y="2804075"/>
              <a:ext cx="79475" cy="32100"/>
            </a:xfrm>
            <a:custGeom>
              <a:avLst/>
              <a:gdLst/>
              <a:ahLst/>
              <a:cxnLst/>
              <a:rect l="l" t="t" r="r" b="b"/>
              <a:pathLst>
                <a:path w="3179" h="1284" extrusionOk="0">
                  <a:moveTo>
                    <a:pt x="1591" y="1"/>
                  </a:moveTo>
                  <a:cubicBezTo>
                    <a:pt x="1072" y="1"/>
                    <a:pt x="554" y="196"/>
                    <a:pt x="163" y="588"/>
                  </a:cubicBezTo>
                  <a:cubicBezTo>
                    <a:pt x="0" y="753"/>
                    <a:pt x="0" y="997"/>
                    <a:pt x="163" y="1160"/>
                  </a:cubicBezTo>
                  <a:cubicBezTo>
                    <a:pt x="238" y="1243"/>
                    <a:pt x="341" y="1284"/>
                    <a:pt x="445" y="1284"/>
                  </a:cubicBezTo>
                  <a:cubicBezTo>
                    <a:pt x="548" y="1284"/>
                    <a:pt x="654" y="1243"/>
                    <a:pt x="735" y="1160"/>
                  </a:cubicBezTo>
                  <a:cubicBezTo>
                    <a:pt x="969" y="927"/>
                    <a:pt x="1279" y="811"/>
                    <a:pt x="1591" y="811"/>
                  </a:cubicBezTo>
                  <a:cubicBezTo>
                    <a:pt x="1902" y="811"/>
                    <a:pt x="2215" y="927"/>
                    <a:pt x="2455" y="1160"/>
                  </a:cubicBezTo>
                  <a:cubicBezTo>
                    <a:pt x="2530" y="1243"/>
                    <a:pt x="2633" y="1284"/>
                    <a:pt x="2737" y="1284"/>
                  </a:cubicBezTo>
                  <a:cubicBezTo>
                    <a:pt x="2840" y="1284"/>
                    <a:pt x="2946" y="1243"/>
                    <a:pt x="3027" y="1160"/>
                  </a:cubicBezTo>
                  <a:cubicBezTo>
                    <a:pt x="3178" y="997"/>
                    <a:pt x="3178" y="753"/>
                    <a:pt x="3027" y="588"/>
                  </a:cubicBezTo>
                  <a:cubicBezTo>
                    <a:pt x="2630" y="196"/>
                    <a:pt x="2110" y="1"/>
                    <a:pt x="1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5" name="Google Shape;1105;p42"/>
            <p:cNvSpPr/>
            <p:nvPr/>
          </p:nvSpPr>
          <p:spPr>
            <a:xfrm>
              <a:off x="3403113" y="2844500"/>
              <a:ext cx="20150" cy="20150"/>
            </a:xfrm>
            <a:custGeom>
              <a:avLst/>
              <a:gdLst/>
              <a:ahLst/>
              <a:cxnLst/>
              <a:rect l="l" t="t" r="r" b="b"/>
              <a:pathLst>
                <a:path w="806" h="806" extrusionOk="0">
                  <a:moveTo>
                    <a:pt x="399" y="0"/>
                  </a:moveTo>
                  <a:cubicBezTo>
                    <a:pt x="174" y="0"/>
                    <a:pt x="0" y="174"/>
                    <a:pt x="0" y="398"/>
                  </a:cubicBezTo>
                  <a:cubicBezTo>
                    <a:pt x="0" y="631"/>
                    <a:pt x="174" y="805"/>
                    <a:pt x="399" y="805"/>
                  </a:cubicBezTo>
                  <a:cubicBezTo>
                    <a:pt x="620" y="805"/>
                    <a:pt x="805" y="631"/>
                    <a:pt x="805" y="398"/>
                  </a:cubicBezTo>
                  <a:cubicBezTo>
                    <a:pt x="805" y="174"/>
                    <a:pt x="620"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6" name="Google Shape;1106;p42"/>
            <p:cNvSpPr/>
            <p:nvPr/>
          </p:nvSpPr>
          <p:spPr>
            <a:xfrm>
              <a:off x="3239763" y="2681150"/>
              <a:ext cx="346550" cy="344900"/>
            </a:xfrm>
            <a:custGeom>
              <a:avLst/>
              <a:gdLst/>
              <a:ahLst/>
              <a:cxnLst/>
              <a:rect l="l" t="t" r="r" b="b"/>
              <a:pathLst>
                <a:path w="13862" h="13796" extrusionOk="0">
                  <a:moveTo>
                    <a:pt x="6394" y="806"/>
                  </a:moveTo>
                  <a:cubicBezTo>
                    <a:pt x="7143" y="806"/>
                    <a:pt x="7844" y="1041"/>
                    <a:pt x="8428" y="1485"/>
                  </a:cubicBezTo>
                  <a:cubicBezTo>
                    <a:pt x="8240" y="1602"/>
                    <a:pt x="8066" y="1743"/>
                    <a:pt x="7900" y="1905"/>
                  </a:cubicBezTo>
                  <a:cubicBezTo>
                    <a:pt x="7738" y="2057"/>
                    <a:pt x="7738" y="2315"/>
                    <a:pt x="7900" y="2478"/>
                  </a:cubicBezTo>
                  <a:cubicBezTo>
                    <a:pt x="7978" y="2553"/>
                    <a:pt x="8080" y="2591"/>
                    <a:pt x="8184" y="2591"/>
                  </a:cubicBezTo>
                  <a:cubicBezTo>
                    <a:pt x="8288" y="2591"/>
                    <a:pt x="8393" y="2553"/>
                    <a:pt x="8476" y="2478"/>
                  </a:cubicBezTo>
                  <a:cubicBezTo>
                    <a:pt x="8697" y="2245"/>
                    <a:pt x="8989" y="2079"/>
                    <a:pt x="9269" y="1987"/>
                  </a:cubicBezTo>
                  <a:cubicBezTo>
                    <a:pt x="9480" y="1917"/>
                    <a:pt x="9694" y="1883"/>
                    <a:pt x="9906" y="1883"/>
                  </a:cubicBezTo>
                  <a:cubicBezTo>
                    <a:pt x="10434" y="1883"/>
                    <a:pt x="10943" y="2093"/>
                    <a:pt x="11326" y="2478"/>
                  </a:cubicBezTo>
                  <a:cubicBezTo>
                    <a:pt x="11817" y="2969"/>
                    <a:pt x="12016" y="3659"/>
                    <a:pt x="11876" y="4338"/>
                  </a:cubicBezTo>
                  <a:cubicBezTo>
                    <a:pt x="11794" y="4699"/>
                    <a:pt x="11606" y="5061"/>
                    <a:pt x="11326" y="5331"/>
                  </a:cubicBezTo>
                  <a:cubicBezTo>
                    <a:pt x="11174" y="5493"/>
                    <a:pt x="11174" y="5751"/>
                    <a:pt x="11326" y="5903"/>
                  </a:cubicBezTo>
                  <a:cubicBezTo>
                    <a:pt x="11407" y="5984"/>
                    <a:pt x="11514" y="6021"/>
                    <a:pt x="11618" y="6021"/>
                  </a:cubicBezTo>
                  <a:cubicBezTo>
                    <a:pt x="11724" y="6021"/>
                    <a:pt x="11817" y="5984"/>
                    <a:pt x="11898" y="5903"/>
                  </a:cubicBezTo>
                  <a:cubicBezTo>
                    <a:pt x="12145" y="5656"/>
                    <a:pt x="12344" y="5376"/>
                    <a:pt x="12473" y="5084"/>
                  </a:cubicBezTo>
                  <a:cubicBezTo>
                    <a:pt x="12810" y="5401"/>
                    <a:pt x="12998" y="5855"/>
                    <a:pt x="12998" y="6335"/>
                  </a:cubicBezTo>
                  <a:cubicBezTo>
                    <a:pt x="12998" y="7294"/>
                    <a:pt x="12215" y="8077"/>
                    <a:pt x="11244" y="8077"/>
                  </a:cubicBezTo>
                  <a:lnTo>
                    <a:pt x="2618" y="8077"/>
                  </a:lnTo>
                  <a:cubicBezTo>
                    <a:pt x="1647" y="8077"/>
                    <a:pt x="865" y="7294"/>
                    <a:pt x="865" y="6335"/>
                  </a:cubicBezTo>
                  <a:cubicBezTo>
                    <a:pt x="865" y="5493"/>
                    <a:pt x="1462" y="4792"/>
                    <a:pt x="2245" y="4618"/>
                  </a:cubicBezTo>
                  <a:cubicBezTo>
                    <a:pt x="2279" y="5002"/>
                    <a:pt x="2374" y="5364"/>
                    <a:pt x="2514" y="5726"/>
                  </a:cubicBezTo>
                  <a:cubicBezTo>
                    <a:pt x="2576" y="5886"/>
                    <a:pt x="2725" y="5979"/>
                    <a:pt x="2886" y="5979"/>
                  </a:cubicBezTo>
                  <a:cubicBezTo>
                    <a:pt x="2936" y="5979"/>
                    <a:pt x="2988" y="5970"/>
                    <a:pt x="3039" y="5951"/>
                  </a:cubicBezTo>
                  <a:cubicBezTo>
                    <a:pt x="3249" y="5866"/>
                    <a:pt x="3342" y="5634"/>
                    <a:pt x="3260" y="5423"/>
                  </a:cubicBezTo>
                  <a:cubicBezTo>
                    <a:pt x="3109" y="5025"/>
                    <a:pt x="3028" y="4604"/>
                    <a:pt x="3028" y="4172"/>
                  </a:cubicBezTo>
                  <a:cubicBezTo>
                    <a:pt x="3028" y="2315"/>
                    <a:pt x="4534" y="806"/>
                    <a:pt x="6394" y="806"/>
                  </a:cubicBezTo>
                  <a:close/>
                  <a:moveTo>
                    <a:pt x="2618" y="12178"/>
                  </a:moveTo>
                  <a:cubicBezTo>
                    <a:pt x="2840" y="12178"/>
                    <a:pt x="3028" y="12366"/>
                    <a:pt x="3028" y="12588"/>
                  </a:cubicBezTo>
                  <a:cubicBezTo>
                    <a:pt x="3028" y="12810"/>
                    <a:pt x="2840" y="12986"/>
                    <a:pt x="2618" y="12986"/>
                  </a:cubicBezTo>
                  <a:cubicBezTo>
                    <a:pt x="2396" y="12986"/>
                    <a:pt x="2220" y="12810"/>
                    <a:pt x="2220" y="12588"/>
                  </a:cubicBezTo>
                  <a:cubicBezTo>
                    <a:pt x="2220" y="12366"/>
                    <a:pt x="2396" y="12178"/>
                    <a:pt x="2618" y="12178"/>
                  </a:cubicBezTo>
                  <a:close/>
                  <a:moveTo>
                    <a:pt x="6933" y="12178"/>
                  </a:moveTo>
                  <a:cubicBezTo>
                    <a:pt x="7154" y="12178"/>
                    <a:pt x="7339" y="12366"/>
                    <a:pt x="7339" y="12588"/>
                  </a:cubicBezTo>
                  <a:cubicBezTo>
                    <a:pt x="7339" y="12810"/>
                    <a:pt x="7154" y="12986"/>
                    <a:pt x="6933" y="12986"/>
                  </a:cubicBezTo>
                  <a:cubicBezTo>
                    <a:pt x="6708" y="12986"/>
                    <a:pt x="6534" y="12810"/>
                    <a:pt x="6534" y="12588"/>
                  </a:cubicBezTo>
                  <a:cubicBezTo>
                    <a:pt x="6534" y="12366"/>
                    <a:pt x="6708" y="12178"/>
                    <a:pt x="6933" y="12178"/>
                  </a:cubicBezTo>
                  <a:close/>
                  <a:moveTo>
                    <a:pt x="11244" y="12178"/>
                  </a:moveTo>
                  <a:cubicBezTo>
                    <a:pt x="11466" y="12178"/>
                    <a:pt x="11654" y="12366"/>
                    <a:pt x="11654" y="12588"/>
                  </a:cubicBezTo>
                  <a:cubicBezTo>
                    <a:pt x="11654" y="12810"/>
                    <a:pt x="11466" y="12986"/>
                    <a:pt x="11244" y="12986"/>
                  </a:cubicBezTo>
                  <a:cubicBezTo>
                    <a:pt x="11023" y="12986"/>
                    <a:pt x="10846" y="12810"/>
                    <a:pt x="10846" y="12588"/>
                  </a:cubicBezTo>
                  <a:cubicBezTo>
                    <a:pt x="10846" y="12366"/>
                    <a:pt x="11023" y="12178"/>
                    <a:pt x="11244" y="12178"/>
                  </a:cubicBezTo>
                  <a:close/>
                  <a:moveTo>
                    <a:pt x="6383" y="1"/>
                  </a:moveTo>
                  <a:cubicBezTo>
                    <a:pt x="4220" y="1"/>
                    <a:pt x="2430" y="1647"/>
                    <a:pt x="2234" y="3762"/>
                  </a:cubicBezTo>
                  <a:lnTo>
                    <a:pt x="2208" y="3762"/>
                  </a:lnTo>
                  <a:lnTo>
                    <a:pt x="2208" y="3799"/>
                  </a:lnTo>
                  <a:cubicBezTo>
                    <a:pt x="957" y="3998"/>
                    <a:pt x="1" y="5120"/>
                    <a:pt x="60" y="6442"/>
                  </a:cubicBezTo>
                  <a:cubicBezTo>
                    <a:pt x="104" y="7785"/>
                    <a:pt x="1297" y="8896"/>
                    <a:pt x="2641" y="8896"/>
                  </a:cubicBezTo>
                  <a:lnTo>
                    <a:pt x="4091" y="8896"/>
                  </a:lnTo>
                  <a:lnTo>
                    <a:pt x="4091" y="11034"/>
                  </a:lnTo>
                  <a:lnTo>
                    <a:pt x="3308" y="11595"/>
                  </a:lnTo>
                  <a:cubicBezTo>
                    <a:pt x="3109" y="11459"/>
                    <a:pt x="2871" y="11370"/>
                    <a:pt x="2612" y="11370"/>
                  </a:cubicBezTo>
                  <a:cubicBezTo>
                    <a:pt x="2584" y="11370"/>
                    <a:pt x="2555" y="11371"/>
                    <a:pt x="2525" y="11373"/>
                  </a:cubicBezTo>
                  <a:cubicBezTo>
                    <a:pt x="1917" y="11421"/>
                    <a:pt x="1426" y="11923"/>
                    <a:pt x="1403" y="12543"/>
                  </a:cubicBezTo>
                  <a:cubicBezTo>
                    <a:pt x="1378" y="13230"/>
                    <a:pt x="1928" y="13791"/>
                    <a:pt x="2618" y="13791"/>
                  </a:cubicBezTo>
                  <a:cubicBezTo>
                    <a:pt x="3286" y="13791"/>
                    <a:pt x="3822" y="13256"/>
                    <a:pt x="3822" y="12588"/>
                  </a:cubicBezTo>
                  <a:cubicBezTo>
                    <a:pt x="3822" y="12473"/>
                    <a:pt x="3810" y="12355"/>
                    <a:pt x="3777" y="12249"/>
                  </a:cubicBezTo>
                  <a:lnTo>
                    <a:pt x="4733" y="11572"/>
                  </a:lnTo>
                  <a:cubicBezTo>
                    <a:pt x="4840" y="11491"/>
                    <a:pt x="4910" y="11373"/>
                    <a:pt x="4910" y="11233"/>
                  </a:cubicBezTo>
                  <a:lnTo>
                    <a:pt x="4910" y="8896"/>
                  </a:lnTo>
                  <a:lnTo>
                    <a:pt x="6523" y="8896"/>
                  </a:lnTo>
                  <a:lnTo>
                    <a:pt x="6523" y="11443"/>
                  </a:lnTo>
                  <a:cubicBezTo>
                    <a:pt x="6032" y="11617"/>
                    <a:pt x="5681" y="12097"/>
                    <a:pt x="5715" y="12658"/>
                  </a:cubicBezTo>
                  <a:cubicBezTo>
                    <a:pt x="5752" y="13278"/>
                    <a:pt x="6254" y="13769"/>
                    <a:pt x="6874" y="13791"/>
                  </a:cubicBezTo>
                  <a:cubicBezTo>
                    <a:pt x="6895" y="13793"/>
                    <a:pt x="6917" y="13793"/>
                    <a:pt x="6938" y="13793"/>
                  </a:cubicBezTo>
                  <a:cubicBezTo>
                    <a:pt x="7609" y="13793"/>
                    <a:pt x="8136" y="13246"/>
                    <a:pt x="8136" y="12588"/>
                  </a:cubicBezTo>
                  <a:cubicBezTo>
                    <a:pt x="8136" y="12063"/>
                    <a:pt x="7797" y="11606"/>
                    <a:pt x="7328" y="11443"/>
                  </a:cubicBezTo>
                  <a:lnTo>
                    <a:pt x="7328" y="8896"/>
                  </a:lnTo>
                  <a:lnTo>
                    <a:pt x="8952" y="8896"/>
                  </a:lnTo>
                  <a:lnTo>
                    <a:pt x="8952" y="11233"/>
                  </a:lnTo>
                  <a:cubicBezTo>
                    <a:pt x="8952" y="11373"/>
                    <a:pt x="9011" y="11491"/>
                    <a:pt x="9118" y="11572"/>
                  </a:cubicBezTo>
                  <a:lnTo>
                    <a:pt x="10075" y="12249"/>
                  </a:lnTo>
                  <a:cubicBezTo>
                    <a:pt x="10041" y="12355"/>
                    <a:pt x="10030" y="12473"/>
                    <a:pt x="10030" y="12588"/>
                  </a:cubicBezTo>
                  <a:cubicBezTo>
                    <a:pt x="10030" y="13255"/>
                    <a:pt x="10568" y="13796"/>
                    <a:pt x="11234" y="13796"/>
                  </a:cubicBezTo>
                  <a:cubicBezTo>
                    <a:pt x="11268" y="13796"/>
                    <a:pt x="11303" y="13794"/>
                    <a:pt x="11337" y="13791"/>
                  </a:cubicBezTo>
                  <a:cubicBezTo>
                    <a:pt x="11923" y="13747"/>
                    <a:pt x="12403" y="13267"/>
                    <a:pt x="12448" y="12683"/>
                  </a:cubicBezTo>
                  <a:cubicBezTo>
                    <a:pt x="12507" y="11968"/>
                    <a:pt x="11946" y="11373"/>
                    <a:pt x="11244" y="11373"/>
                  </a:cubicBezTo>
                  <a:cubicBezTo>
                    <a:pt x="10986" y="11373"/>
                    <a:pt x="10742" y="11455"/>
                    <a:pt x="10543" y="11595"/>
                  </a:cubicBezTo>
                  <a:lnTo>
                    <a:pt x="9760" y="11034"/>
                  </a:lnTo>
                  <a:lnTo>
                    <a:pt x="9760" y="8896"/>
                  </a:lnTo>
                  <a:lnTo>
                    <a:pt x="11211" y="8896"/>
                  </a:lnTo>
                  <a:cubicBezTo>
                    <a:pt x="12529" y="8896"/>
                    <a:pt x="13710" y="7819"/>
                    <a:pt x="13792" y="6498"/>
                  </a:cubicBezTo>
                  <a:cubicBezTo>
                    <a:pt x="13862" y="5600"/>
                    <a:pt x="13430" y="4733"/>
                    <a:pt x="12706" y="4231"/>
                  </a:cubicBezTo>
                  <a:cubicBezTo>
                    <a:pt x="12799" y="3367"/>
                    <a:pt x="12507" y="2514"/>
                    <a:pt x="11898" y="1905"/>
                  </a:cubicBezTo>
                  <a:cubicBezTo>
                    <a:pt x="11354" y="1362"/>
                    <a:pt x="10635" y="1071"/>
                    <a:pt x="9899" y="1071"/>
                  </a:cubicBezTo>
                  <a:cubicBezTo>
                    <a:pt x="9686" y="1071"/>
                    <a:pt x="9471" y="1095"/>
                    <a:pt x="9258" y="1145"/>
                  </a:cubicBezTo>
                  <a:cubicBezTo>
                    <a:pt x="8487" y="396"/>
                    <a:pt x="7468" y="1"/>
                    <a:pt x="6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7" name="Google Shape;1107;p42"/>
            <p:cNvSpPr/>
            <p:nvPr/>
          </p:nvSpPr>
          <p:spPr>
            <a:xfrm>
              <a:off x="3471488" y="2730800"/>
              <a:ext cx="300" cy="25"/>
            </a:xfrm>
            <a:custGeom>
              <a:avLst/>
              <a:gdLst/>
              <a:ahLst/>
              <a:cxnLst/>
              <a:rect l="l" t="t" r="r" b="b"/>
              <a:pathLst>
                <a:path w="12" h="1" extrusionOk="0">
                  <a:moveTo>
                    <a:pt x="0" y="1"/>
                  </a:moveTo>
                  <a:lnTo>
                    <a:pt x="0" y="1"/>
                  </a:lnTo>
                  <a:cubicBezTo>
                    <a:pt x="0" y="1"/>
                    <a:pt x="12"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cxnSp>
        <p:nvCxnSpPr>
          <p:cNvPr id="1111" name="Google Shape;1111;p42"/>
          <p:cNvCxnSpPr>
            <a:cxnSpLocks/>
            <a:stCxn id="1044" idx="3"/>
            <a:endCxn id="1056" idx="1"/>
          </p:cNvCxnSpPr>
          <p:nvPr/>
        </p:nvCxnSpPr>
        <p:spPr>
          <a:xfrm flipH="1">
            <a:off x="1336675" y="1440150"/>
            <a:ext cx="6440400" cy="1859700"/>
          </a:xfrm>
          <a:prstGeom prst="bentConnector5">
            <a:avLst>
              <a:gd name="adj1" fmla="val -10143"/>
              <a:gd name="adj2" fmla="val 72786"/>
              <a:gd name="adj3" fmla="val 109933"/>
            </a:avLst>
          </a:prstGeom>
          <a:noFill/>
          <a:ln w="9525" cap="flat" cmpd="sng">
            <a:solidFill>
              <a:schemeClr val="lt1"/>
            </a:solidFill>
            <a:prstDash val="solid"/>
            <a:round/>
            <a:headEnd type="none" w="med" len="med"/>
            <a:tailEnd type="diamond" w="med" len="med"/>
          </a:ln>
        </p:spPr>
      </p:cxnSp>
    </p:spTree>
    <p:extLst>
      <p:ext uri="{BB962C8B-B14F-4D97-AF65-F5344CB8AC3E}">
        <p14:creationId xmlns:p14="http://schemas.microsoft.com/office/powerpoint/2010/main" val="4011485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42"/>
          <p:cNvSpPr txBox="1">
            <a:spLocks noGrp="1"/>
          </p:cNvSpPr>
          <p:nvPr>
            <p:ph type="title"/>
          </p:nvPr>
        </p:nvSpPr>
        <p:spPr>
          <a:xfrm>
            <a:off x="772425" y="143000"/>
            <a:ext cx="77040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dirty="0"/>
              <a:t>MALAIKA MUSTAFA </a:t>
            </a:r>
            <a:r>
              <a:rPr lang="en" sz="2600" b="1" dirty="0">
                <a:latin typeface="+mj-lt"/>
                <a:ea typeface="Raleway Black"/>
                <a:cs typeface="Raleway Black"/>
                <a:sym typeface="Raleway Black"/>
              </a:rPr>
              <a:t>CS-006</a:t>
            </a:r>
            <a:br>
              <a:rPr lang="en-GB" sz="2600" b="1" dirty="0">
                <a:latin typeface="+mj-lt"/>
                <a:ea typeface="Raleway Black"/>
                <a:cs typeface="Raleway Black"/>
                <a:sym typeface="Raleway Black"/>
              </a:rPr>
            </a:br>
            <a:r>
              <a:rPr lang="en-GB" sz="1600" dirty="0"/>
              <a:t>Handling </a:t>
            </a:r>
            <a:r>
              <a:rPr lang="en-GB" sz="1600" b="1" dirty="0"/>
              <a:t>Optical Character Recognition (OCR)</a:t>
            </a:r>
            <a:r>
              <a:rPr lang="en-GB" sz="1600" dirty="0"/>
              <a:t>, enabling the system to read and interpret text from captured images.</a:t>
            </a:r>
            <a:endParaRPr lang="en-GB" sz="1600" b="1" dirty="0">
              <a:latin typeface="Raleway Black"/>
              <a:ea typeface="Raleway Black"/>
              <a:cs typeface="Raleway Black"/>
              <a:sym typeface="Raleway Black"/>
            </a:endParaRPr>
          </a:p>
        </p:txBody>
      </p:sp>
      <p:sp>
        <p:nvSpPr>
          <p:cNvPr id="1041" name="Google Shape;1041;p42"/>
          <p:cNvSpPr/>
          <p:nvPr/>
        </p:nvSpPr>
        <p:spPr>
          <a:xfrm>
            <a:off x="13366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2"/>
          <p:cNvSpPr/>
          <p:nvPr/>
        </p:nvSpPr>
        <p:spPr>
          <a:xfrm>
            <a:off x="33005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2"/>
          <p:cNvSpPr/>
          <p:nvPr/>
        </p:nvSpPr>
        <p:spPr>
          <a:xfrm>
            <a:off x="52644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2"/>
          <p:cNvSpPr/>
          <p:nvPr/>
        </p:nvSpPr>
        <p:spPr>
          <a:xfrm>
            <a:off x="7228375" y="1165800"/>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2"/>
          <p:cNvSpPr txBox="1"/>
          <p:nvPr/>
        </p:nvSpPr>
        <p:spPr>
          <a:xfrm flipH="1">
            <a:off x="6966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chemeClr val="dk1"/>
              </a:solidFill>
              <a:latin typeface="Hanken Grotesk"/>
              <a:ea typeface="Hanken Grotesk"/>
              <a:cs typeface="Hanken Grotesk"/>
              <a:sym typeface="Hanken Grotesk"/>
            </a:endParaRPr>
          </a:p>
        </p:txBody>
      </p:sp>
      <p:sp>
        <p:nvSpPr>
          <p:cNvPr id="1046" name="Google Shape;1046;p42"/>
          <p:cNvSpPr txBox="1"/>
          <p:nvPr/>
        </p:nvSpPr>
        <p:spPr>
          <a:xfrm flipH="1">
            <a:off x="3524033" y="1832288"/>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tx1"/>
                </a:solidFill>
              </a:rPr>
              <a:t>Pre-processing</a:t>
            </a:r>
            <a:br>
              <a:rPr lang="en-GB" sz="1200" dirty="0">
                <a:solidFill>
                  <a:schemeClr val="tx1"/>
                </a:solidFill>
              </a:rPr>
            </a:br>
            <a:r>
              <a:rPr lang="en-GB" sz="1200" dirty="0">
                <a:solidFill>
                  <a:schemeClr val="tx1"/>
                </a:solidFill>
              </a:rPr>
              <a:t>Image enhancement and normalization to improve text visibility</a:t>
            </a:r>
            <a:endParaRPr lang="en-GB" sz="1200" dirty="0">
              <a:solidFill>
                <a:schemeClr val="tx1"/>
              </a:solidFill>
              <a:latin typeface="Hanken Grotesk"/>
              <a:ea typeface="Hanken Grotesk"/>
              <a:cs typeface="Hanken Grotesk"/>
              <a:sym typeface="Hanken Grotesk"/>
            </a:endParaRPr>
          </a:p>
        </p:txBody>
      </p:sp>
      <p:sp>
        <p:nvSpPr>
          <p:cNvPr id="1048" name="Google Shape;1048;p42"/>
          <p:cNvSpPr txBox="1"/>
          <p:nvPr/>
        </p:nvSpPr>
        <p:spPr>
          <a:xfrm flipH="1">
            <a:off x="65883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tx1"/>
                </a:solidFill>
              </a:rPr>
              <a:t>Text Detection</a:t>
            </a:r>
            <a:br>
              <a:rPr lang="en-GB" sz="1200" dirty="0">
                <a:solidFill>
                  <a:schemeClr val="tx1"/>
                </a:solidFill>
              </a:rPr>
            </a:br>
            <a:r>
              <a:rPr lang="en-GB" sz="1200" dirty="0">
                <a:solidFill>
                  <a:schemeClr val="tx1"/>
                </a:solidFill>
              </a:rPr>
              <a:t>Identification of text or character regions in unconstrained scenes</a:t>
            </a:r>
            <a:endParaRPr lang="en-GB" sz="1200" dirty="0">
              <a:solidFill>
                <a:schemeClr val="tx1"/>
              </a:solidFill>
              <a:latin typeface="Hanken Grotesk"/>
              <a:ea typeface="Hanken Grotesk"/>
              <a:cs typeface="Hanken Grotesk"/>
              <a:sym typeface="Hanken Grotesk"/>
            </a:endParaRPr>
          </a:p>
        </p:txBody>
      </p:sp>
      <p:cxnSp>
        <p:nvCxnSpPr>
          <p:cNvPr id="1049" name="Google Shape;1049;p42"/>
          <p:cNvCxnSpPr>
            <a:cxnSpLocks/>
            <a:stCxn id="1041" idx="3"/>
          </p:cNvCxnSpPr>
          <p:nvPr/>
        </p:nvCxnSpPr>
        <p:spPr>
          <a:xfrm>
            <a:off x="1885375" y="1440150"/>
            <a:ext cx="2123917" cy="0"/>
          </a:xfrm>
          <a:prstGeom prst="straightConnector1">
            <a:avLst/>
          </a:prstGeom>
          <a:noFill/>
          <a:ln w="9525" cap="flat" cmpd="sng">
            <a:solidFill>
              <a:schemeClr val="lt1"/>
            </a:solidFill>
            <a:prstDash val="solid"/>
            <a:round/>
            <a:headEnd type="none" w="med" len="med"/>
            <a:tailEnd type="diamond" w="med" len="med"/>
          </a:ln>
        </p:spPr>
      </p:cxnSp>
      <p:cxnSp>
        <p:nvCxnSpPr>
          <p:cNvPr id="1051" name="Google Shape;1051;p42"/>
          <p:cNvCxnSpPr>
            <a:cxnSpLocks/>
          </p:cNvCxnSpPr>
          <p:nvPr/>
        </p:nvCxnSpPr>
        <p:spPr>
          <a:xfrm flipV="1">
            <a:off x="4994031" y="1426800"/>
            <a:ext cx="2039815" cy="13350"/>
          </a:xfrm>
          <a:prstGeom prst="straightConnector1">
            <a:avLst/>
          </a:prstGeom>
          <a:noFill/>
          <a:ln w="9525" cap="flat" cmpd="sng">
            <a:solidFill>
              <a:schemeClr val="lt1"/>
            </a:solidFill>
            <a:prstDash val="solid"/>
            <a:round/>
            <a:headEnd type="none" w="med" len="med"/>
            <a:tailEnd type="diamond" w="med" len="med"/>
          </a:ln>
        </p:spPr>
      </p:cxnSp>
      <p:cxnSp>
        <p:nvCxnSpPr>
          <p:cNvPr id="1052" name="Google Shape;1052;p42"/>
          <p:cNvCxnSpPr>
            <a:stCxn id="1041" idx="2"/>
            <a:endCxn id="1045" idx="0"/>
          </p:cNvCxnSpPr>
          <p:nvPr/>
        </p:nvCxnSpPr>
        <p:spPr>
          <a:xfrm>
            <a:off x="1611025" y="1714500"/>
            <a:ext cx="0" cy="148200"/>
          </a:xfrm>
          <a:prstGeom prst="straightConnector1">
            <a:avLst/>
          </a:prstGeom>
          <a:noFill/>
          <a:ln w="9525" cap="flat" cmpd="sng">
            <a:solidFill>
              <a:schemeClr val="lt1"/>
            </a:solidFill>
            <a:prstDash val="solid"/>
            <a:round/>
            <a:headEnd type="none" w="med" len="med"/>
            <a:tailEnd type="none" w="med" len="med"/>
          </a:ln>
        </p:spPr>
      </p:cxnSp>
      <p:cxnSp>
        <p:nvCxnSpPr>
          <p:cNvPr id="1053" name="Google Shape;1053;p42"/>
          <p:cNvCxnSpPr>
            <a:cxnSpLocks/>
          </p:cNvCxnSpPr>
          <p:nvPr/>
        </p:nvCxnSpPr>
        <p:spPr>
          <a:xfrm>
            <a:off x="4461375" y="1640525"/>
            <a:ext cx="0" cy="148075"/>
          </a:xfrm>
          <a:prstGeom prst="straightConnector1">
            <a:avLst/>
          </a:prstGeom>
          <a:noFill/>
          <a:ln w="9525" cap="flat" cmpd="sng">
            <a:solidFill>
              <a:schemeClr val="lt1"/>
            </a:solidFill>
            <a:prstDash val="solid"/>
            <a:round/>
            <a:headEnd type="none" w="med" len="med"/>
            <a:tailEnd type="none" w="med" len="med"/>
          </a:ln>
        </p:spPr>
      </p:cxnSp>
      <p:cxnSp>
        <p:nvCxnSpPr>
          <p:cNvPr id="1055" name="Google Shape;1055;p42"/>
          <p:cNvCxnSpPr>
            <a:stCxn id="1044" idx="2"/>
            <a:endCxn id="1048" idx="0"/>
          </p:cNvCxnSpPr>
          <p:nvPr/>
        </p:nvCxnSpPr>
        <p:spPr>
          <a:xfrm>
            <a:off x="7502725" y="1714500"/>
            <a:ext cx="0" cy="148200"/>
          </a:xfrm>
          <a:prstGeom prst="straightConnector1">
            <a:avLst/>
          </a:prstGeom>
          <a:noFill/>
          <a:ln w="9525" cap="flat" cmpd="sng">
            <a:solidFill>
              <a:schemeClr val="lt1"/>
            </a:solidFill>
            <a:prstDash val="solid"/>
            <a:round/>
            <a:headEnd type="none" w="med" len="med"/>
            <a:tailEnd type="none" w="med" len="med"/>
          </a:ln>
        </p:spPr>
      </p:cxnSp>
      <p:sp>
        <p:nvSpPr>
          <p:cNvPr id="1056" name="Google Shape;1056;p42"/>
          <p:cNvSpPr/>
          <p:nvPr/>
        </p:nvSpPr>
        <p:spPr>
          <a:xfrm>
            <a:off x="13366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2"/>
          <p:cNvSpPr/>
          <p:nvPr/>
        </p:nvSpPr>
        <p:spPr>
          <a:xfrm>
            <a:off x="33005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2"/>
          <p:cNvSpPr/>
          <p:nvPr/>
        </p:nvSpPr>
        <p:spPr>
          <a:xfrm>
            <a:off x="5264475" y="3025525"/>
            <a:ext cx="5487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2"/>
          <p:cNvSpPr txBox="1"/>
          <p:nvPr/>
        </p:nvSpPr>
        <p:spPr>
          <a:xfrm flipH="1">
            <a:off x="6966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tx1"/>
                </a:solidFill>
              </a:rPr>
              <a:t>Feature Extraction</a:t>
            </a:r>
            <a:br>
              <a:rPr lang="en-GB" sz="1200" dirty="0">
                <a:solidFill>
                  <a:schemeClr val="tx1"/>
                </a:solidFill>
              </a:rPr>
            </a:br>
            <a:r>
              <a:rPr lang="en-GB" sz="1200" dirty="0" err="1">
                <a:solidFill>
                  <a:schemeClr val="tx1"/>
                </a:solidFill>
              </a:rPr>
              <a:t>Extraction</a:t>
            </a:r>
            <a:r>
              <a:rPr lang="en-GB" sz="1200" dirty="0">
                <a:solidFill>
                  <a:schemeClr val="tx1"/>
                </a:solidFill>
              </a:rPr>
              <a:t> of visual features from detected text regions</a:t>
            </a:r>
            <a:endParaRPr lang="en-GB" sz="1200" dirty="0">
              <a:solidFill>
                <a:schemeClr val="tx1"/>
              </a:solidFill>
              <a:latin typeface="Hanken Grotesk"/>
              <a:ea typeface="Hanken Grotesk"/>
              <a:cs typeface="Hanken Grotesk"/>
              <a:sym typeface="Hanken Grotesk"/>
            </a:endParaRPr>
          </a:p>
        </p:txBody>
      </p:sp>
      <p:sp>
        <p:nvSpPr>
          <p:cNvPr id="1061" name="Google Shape;1061;p42"/>
          <p:cNvSpPr txBox="1"/>
          <p:nvPr/>
        </p:nvSpPr>
        <p:spPr>
          <a:xfrm flipH="1">
            <a:off x="26605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tx1"/>
                </a:solidFill>
              </a:rPr>
              <a:t>Recognition &amp; Decision</a:t>
            </a:r>
            <a:br>
              <a:rPr lang="en-GB" sz="1200" dirty="0">
                <a:solidFill>
                  <a:schemeClr val="tx1"/>
                </a:solidFill>
              </a:rPr>
            </a:br>
            <a:r>
              <a:rPr lang="en-GB" sz="1200" dirty="0">
                <a:solidFill>
                  <a:schemeClr val="tx1"/>
                </a:solidFill>
              </a:rPr>
              <a:t>Word-level text recognition using confidence-based matching</a:t>
            </a:r>
            <a:endParaRPr lang="en-GB" sz="1200" dirty="0">
              <a:solidFill>
                <a:schemeClr val="tx1"/>
              </a:solidFill>
              <a:latin typeface="Hanken Grotesk"/>
              <a:ea typeface="Hanken Grotesk"/>
              <a:cs typeface="Hanken Grotesk"/>
              <a:sym typeface="Hanken Grotesk"/>
            </a:endParaRPr>
          </a:p>
        </p:txBody>
      </p:sp>
      <p:sp>
        <p:nvSpPr>
          <p:cNvPr id="1062" name="Google Shape;1062;p42"/>
          <p:cNvSpPr txBox="1"/>
          <p:nvPr/>
        </p:nvSpPr>
        <p:spPr>
          <a:xfrm flipH="1">
            <a:off x="46244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b="1" dirty="0">
                <a:solidFill>
                  <a:schemeClr val="tx1"/>
                </a:solidFill>
              </a:rPr>
              <a:t>Output</a:t>
            </a:r>
            <a:br>
              <a:rPr lang="en-GB" sz="1200" dirty="0">
                <a:solidFill>
                  <a:schemeClr val="tx1"/>
                </a:solidFill>
              </a:rPr>
            </a:br>
            <a:r>
              <a:rPr lang="en-GB" sz="1200" dirty="0">
                <a:solidFill>
                  <a:schemeClr val="tx1"/>
                </a:solidFill>
              </a:rPr>
              <a:t>Recognized text displayed or provided as audio feedback</a:t>
            </a:r>
            <a:endParaRPr lang="en-GB" sz="1200" dirty="0">
              <a:solidFill>
                <a:schemeClr val="tx1"/>
              </a:solidFill>
              <a:latin typeface="Hanken Grotesk"/>
              <a:ea typeface="Hanken Grotesk"/>
              <a:cs typeface="Hanken Grotesk"/>
              <a:sym typeface="Hanken Grotesk"/>
            </a:endParaRPr>
          </a:p>
        </p:txBody>
      </p:sp>
      <p:cxnSp>
        <p:nvCxnSpPr>
          <p:cNvPr id="1064" name="Google Shape;1064;p42"/>
          <p:cNvCxnSpPr>
            <a:cxnSpLocks/>
          </p:cNvCxnSpPr>
          <p:nvPr/>
        </p:nvCxnSpPr>
        <p:spPr>
          <a:xfrm>
            <a:off x="1885375" y="3446321"/>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5" name="Google Shape;1065;p42"/>
          <p:cNvCxnSpPr>
            <a:cxnSpLocks/>
          </p:cNvCxnSpPr>
          <p:nvPr/>
        </p:nvCxnSpPr>
        <p:spPr>
          <a:xfrm>
            <a:off x="3849275" y="3425375"/>
            <a:ext cx="1415100" cy="0"/>
          </a:xfrm>
          <a:prstGeom prst="straightConnector1">
            <a:avLst/>
          </a:prstGeom>
          <a:noFill/>
          <a:ln w="9525" cap="flat" cmpd="sng">
            <a:solidFill>
              <a:schemeClr val="lt1"/>
            </a:solidFill>
            <a:prstDash val="solid"/>
            <a:round/>
            <a:headEnd type="none" w="med" len="med"/>
            <a:tailEnd type="diamond" w="med" len="med"/>
          </a:ln>
        </p:spPr>
      </p:cxnSp>
      <p:cxnSp>
        <p:nvCxnSpPr>
          <p:cNvPr id="1067" name="Google Shape;1067;p42"/>
          <p:cNvCxnSpPr>
            <a:cxnSpLocks/>
            <a:stCxn id="1056" idx="2"/>
            <a:endCxn id="1060" idx="0"/>
          </p:cNvCxnSpPr>
          <p:nvPr/>
        </p:nvCxnSpPr>
        <p:spPr>
          <a:xfrm>
            <a:off x="16110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68" name="Google Shape;1068;p42"/>
          <p:cNvCxnSpPr>
            <a:cxnSpLocks/>
            <a:stCxn id="1057" idx="2"/>
            <a:endCxn id="1061" idx="0"/>
          </p:cNvCxnSpPr>
          <p:nvPr/>
        </p:nvCxnSpPr>
        <p:spPr>
          <a:xfrm>
            <a:off x="3574925" y="3574225"/>
            <a:ext cx="0" cy="122700"/>
          </a:xfrm>
          <a:prstGeom prst="straightConnector1">
            <a:avLst/>
          </a:prstGeom>
          <a:noFill/>
          <a:ln w="9525" cap="flat" cmpd="sng">
            <a:solidFill>
              <a:schemeClr val="lt1"/>
            </a:solidFill>
            <a:prstDash val="solid"/>
            <a:round/>
            <a:headEnd type="none" w="med" len="med"/>
            <a:tailEnd type="none" w="med" len="med"/>
          </a:ln>
        </p:spPr>
      </p:cxnSp>
      <p:cxnSp>
        <p:nvCxnSpPr>
          <p:cNvPr id="1069" name="Google Shape;1069;p42"/>
          <p:cNvCxnSpPr>
            <a:cxnSpLocks/>
            <a:stCxn id="1058" idx="2"/>
            <a:endCxn id="1062" idx="0"/>
          </p:cNvCxnSpPr>
          <p:nvPr/>
        </p:nvCxnSpPr>
        <p:spPr>
          <a:xfrm>
            <a:off x="5538825" y="3574225"/>
            <a:ext cx="0" cy="122700"/>
          </a:xfrm>
          <a:prstGeom prst="straightConnector1">
            <a:avLst/>
          </a:prstGeom>
          <a:noFill/>
          <a:ln w="9525" cap="flat" cmpd="sng">
            <a:solidFill>
              <a:schemeClr val="lt1"/>
            </a:solidFill>
            <a:prstDash val="solid"/>
            <a:round/>
            <a:headEnd type="none" w="med" len="med"/>
            <a:tailEnd type="none" w="med" len="med"/>
          </a:ln>
        </p:spPr>
      </p:cxnSp>
      <p:grpSp>
        <p:nvGrpSpPr>
          <p:cNvPr id="1071" name="Google Shape;1071;p42"/>
          <p:cNvGrpSpPr/>
          <p:nvPr/>
        </p:nvGrpSpPr>
        <p:grpSpPr>
          <a:xfrm>
            <a:off x="5365025" y="3127300"/>
            <a:ext cx="347475" cy="345150"/>
            <a:chOff x="4744113" y="3243975"/>
            <a:chExt cx="347475" cy="345150"/>
          </a:xfrm>
        </p:grpSpPr>
        <p:sp>
          <p:nvSpPr>
            <p:cNvPr id="1072" name="Google Shape;1072;p42"/>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3" name="Google Shape;1073;p42"/>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4" name="Google Shape;1074;p42"/>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5" name="Google Shape;1075;p42"/>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76" name="Google Shape;1076;p42"/>
          <p:cNvGrpSpPr/>
          <p:nvPr/>
        </p:nvGrpSpPr>
        <p:grpSpPr>
          <a:xfrm>
            <a:off x="1450438" y="3127138"/>
            <a:ext cx="321175" cy="345475"/>
            <a:chOff x="3252313" y="3243975"/>
            <a:chExt cx="321175" cy="345475"/>
          </a:xfrm>
        </p:grpSpPr>
        <p:sp>
          <p:nvSpPr>
            <p:cNvPr id="1077" name="Google Shape;1077;p42"/>
            <p:cNvSpPr/>
            <p:nvPr/>
          </p:nvSpPr>
          <p:spPr>
            <a:xfrm>
              <a:off x="3252313" y="3243975"/>
              <a:ext cx="321175" cy="345475"/>
            </a:xfrm>
            <a:custGeom>
              <a:avLst/>
              <a:gdLst/>
              <a:ahLst/>
              <a:cxnLst/>
              <a:rect l="l" t="t" r="r" b="b"/>
              <a:pathLst>
                <a:path w="12847" h="13819" extrusionOk="0">
                  <a:moveTo>
                    <a:pt x="6431" y="816"/>
                  </a:moveTo>
                  <a:cubicBezTo>
                    <a:pt x="7693" y="816"/>
                    <a:pt x="8720" y="1846"/>
                    <a:pt x="8720" y="3108"/>
                  </a:cubicBezTo>
                  <a:cubicBezTo>
                    <a:pt x="8720" y="3799"/>
                    <a:pt x="8417" y="4441"/>
                    <a:pt x="7878" y="4873"/>
                  </a:cubicBezTo>
                  <a:cubicBezTo>
                    <a:pt x="7539" y="5154"/>
                    <a:pt x="7306" y="5541"/>
                    <a:pt x="7236" y="5936"/>
                  </a:cubicBezTo>
                  <a:lnTo>
                    <a:pt x="6826" y="5936"/>
                  </a:lnTo>
                  <a:lnTo>
                    <a:pt x="6826" y="3821"/>
                  </a:lnTo>
                  <a:lnTo>
                    <a:pt x="7516" y="3131"/>
                  </a:lnTo>
                  <a:cubicBezTo>
                    <a:pt x="7679" y="2968"/>
                    <a:pt x="7679" y="2710"/>
                    <a:pt x="7516" y="2559"/>
                  </a:cubicBezTo>
                  <a:cubicBezTo>
                    <a:pt x="7441" y="2477"/>
                    <a:pt x="7338" y="2437"/>
                    <a:pt x="7234" y="2437"/>
                  </a:cubicBezTo>
                  <a:cubicBezTo>
                    <a:pt x="7131" y="2437"/>
                    <a:pt x="7025" y="2477"/>
                    <a:pt x="6944" y="2559"/>
                  </a:cubicBezTo>
                  <a:lnTo>
                    <a:pt x="6431" y="3075"/>
                  </a:lnTo>
                  <a:lnTo>
                    <a:pt x="5903" y="2559"/>
                  </a:lnTo>
                  <a:cubicBezTo>
                    <a:pt x="5826" y="2481"/>
                    <a:pt x="5720" y="2440"/>
                    <a:pt x="5613" y="2440"/>
                  </a:cubicBezTo>
                  <a:cubicBezTo>
                    <a:pt x="5527" y="2440"/>
                    <a:pt x="5439" y="2467"/>
                    <a:pt x="5365" y="2525"/>
                  </a:cubicBezTo>
                  <a:cubicBezTo>
                    <a:pt x="5168" y="2676"/>
                    <a:pt x="5154" y="2957"/>
                    <a:pt x="5331" y="3131"/>
                  </a:cubicBezTo>
                  <a:lnTo>
                    <a:pt x="6021" y="3821"/>
                  </a:lnTo>
                  <a:lnTo>
                    <a:pt x="6021" y="5936"/>
                  </a:lnTo>
                  <a:lnTo>
                    <a:pt x="5611" y="5936"/>
                  </a:lnTo>
                  <a:cubicBezTo>
                    <a:pt x="5541" y="5541"/>
                    <a:pt x="5309" y="5154"/>
                    <a:pt x="4969" y="4873"/>
                  </a:cubicBezTo>
                  <a:cubicBezTo>
                    <a:pt x="4442" y="4441"/>
                    <a:pt x="4139" y="3799"/>
                    <a:pt x="4139" y="3108"/>
                  </a:cubicBezTo>
                  <a:cubicBezTo>
                    <a:pt x="4139" y="1846"/>
                    <a:pt x="5154" y="816"/>
                    <a:pt x="6431" y="816"/>
                  </a:cubicBezTo>
                  <a:close/>
                  <a:moveTo>
                    <a:pt x="7202" y="6755"/>
                  </a:moveTo>
                  <a:lnTo>
                    <a:pt x="7202" y="7154"/>
                  </a:lnTo>
                  <a:cubicBezTo>
                    <a:pt x="7202" y="7235"/>
                    <a:pt x="7143" y="7294"/>
                    <a:pt x="7073" y="7294"/>
                  </a:cubicBezTo>
                  <a:lnTo>
                    <a:pt x="5774" y="7294"/>
                  </a:lnTo>
                  <a:cubicBezTo>
                    <a:pt x="5704" y="7294"/>
                    <a:pt x="5645" y="7235"/>
                    <a:pt x="5645" y="7154"/>
                  </a:cubicBezTo>
                  <a:lnTo>
                    <a:pt x="5645" y="6755"/>
                  </a:lnTo>
                  <a:close/>
                  <a:moveTo>
                    <a:pt x="7996" y="7364"/>
                  </a:moveTo>
                  <a:lnTo>
                    <a:pt x="9598" y="7959"/>
                  </a:lnTo>
                  <a:lnTo>
                    <a:pt x="6431" y="9151"/>
                  </a:lnTo>
                  <a:lnTo>
                    <a:pt x="3275" y="7959"/>
                  </a:lnTo>
                  <a:lnTo>
                    <a:pt x="4874" y="7364"/>
                  </a:lnTo>
                  <a:cubicBezTo>
                    <a:pt x="4969" y="7785"/>
                    <a:pt x="5342" y="8099"/>
                    <a:pt x="5785" y="8099"/>
                  </a:cubicBezTo>
                  <a:lnTo>
                    <a:pt x="7073" y="8099"/>
                  </a:lnTo>
                  <a:cubicBezTo>
                    <a:pt x="7516" y="8099"/>
                    <a:pt x="7889" y="7785"/>
                    <a:pt x="7996" y="7364"/>
                  </a:cubicBezTo>
                  <a:close/>
                  <a:moveTo>
                    <a:pt x="2197" y="8427"/>
                  </a:moveTo>
                  <a:lnTo>
                    <a:pt x="5634" y="9712"/>
                  </a:lnTo>
                  <a:lnTo>
                    <a:pt x="4733" y="10472"/>
                  </a:lnTo>
                  <a:lnTo>
                    <a:pt x="1297" y="9176"/>
                  </a:lnTo>
                  <a:lnTo>
                    <a:pt x="2197" y="8427"/>
                  </a:lnTo>
                  <a:close/>
                  <a:moveTo>
                    <a:pt x="10661" y="8427"/>
                  </a:moveTo>
                  <a:lnTo>
                    <a:pt x="11573" y="9176"/>
                  </a:lnTo>
                  <a:lnTo>
                    <a:pt x="8125" y="10472"/>
                  </a:lnTo>
                  <a:lnTo>
                    <a:pt x="7225" y="9712"/>
                  </a:lnTo>
                  <a:lnTo>
                    <a:pt x="10661" y="8427"/>
                  </a:lnTo>
                  <a:close/>
                  <a:moveTo>
                    <a:pt x="6021" y="10450"/>
                  </a:moveTo>
                  <a:lnTo>
                    <a:pt x="6021" y="12823"/>
                  </a:lnTo>
                  <a:lnTo>
                    <a:pt x="2514" y="11513"/>
                  </a:lnTo>
                  <a:lnTo>
                    <a:pt x="2514" y="10509"/>
                  </a:lnTo>
                  <a:lnTo>
                    <a:pt x="4663" y="11303"/>
                  </a:lnTo>
                  <a:cubicBezTo>
                    <a:pt x="4714" y="11324"/>
                    <a:pt x="4767" y="11334"/>
                    <a:pt x="4819" y="11334"/>
                  </a:cubicBezTo>
                  <a:cubicBezTo>
                    <a:pt x="4909" y="11334"/>
                    <a:pt x="4996" y="11303"/>
                    <a:pt x="5062" y="11244"/>
                  </a:cubicBezTo>
                  <a:lnTo>
                    <a:pt x="6021" y="10450"/>
                  </a:lnTo>
                  <a:close/>
                  <a:moveTo>
                    <a:pt x="6826" y="10450"/>
                  </a:moveTo>
                  <a:lnTo>
                    <a:pt x="7786" y="11244"/>
                  </a:lnTo>
                  <a:cubicBezTo>
                    <a:pt x="7852" y="11303"/>
                    <a:pt x="7938" y="11334"/>
                    <a:pt x="8029" y="11334"/>
                  </a:cubicBezTo>
                  <a:cubicBezTo>
                    <a:pt x="8080" y="11334"/>
                    <a:pt x="8133" y="11324"/>
                    <a:pt x="8184" y="11303"/>
                  </a:cubicBezTo>
                  <a:lnTo>
                    <a:pt x="10333" y="10509"/>
                  </a:lnTo>
                  <a:lnTo>
                    <a:pt x="10333" y="11513"/>
                  </a:lnTo>
                  <a:lnTo>
                    <a:pt x="6826" y="12823"/>
                  </a:lnTo>
                  <a:lnTo>
                    <a:pt x="6826" y="10450"/>
                  </a:lnTo>
                  <a:close/>
                  <a:moveTo>
                    <a:pt x="6431" y="0"/>
                  </a:moveTo>
                  <a:cubicBezTo>
                    <a:pt x="4711" y="0"/>
                    <a:pt x="3308" y="1392"/>
                    <a:pt x="3308" y="3108"/>
                  </a:cubicBezTo>
                  <a:cubicBezTo>
                    <a:pt x="3308" y="4043"/>
                    <a:pt x="3729" y="4921"/>
                    <a:pt x="4442" y="5515"/>
                  </a:cubicBezTo>
                  <a:cubicBezTo>
                    <a:pt x="4689" y="5715"/>
                    <a:pt x="4829" y="5995"/>
                    <a:pt x="4829" y="6276"/>
                  </a:cubicBezTo>
                  <a:lnTo>
                    <a:pt x="4829" y="6511"/>
                  </a:lnTo>
                  <a:lnTo>
                    <a:pt x="1965" y="7586"/>
                  </a:lnTo>
                  <a:cubicBezTo>
                    <a:pt x="1928" y="7597"/>
                    <a:pt x="1883" y="7619"/>
                    <a:pt x="1847" y="7656"/>
                  </a:cubicBezTo>
                  <a:lnTo>
                    <a:pt x="234" y="9000"/>
                  </a:lnTo>
                  <a:cubicBezTo>
                    <a:pt x="1" y="9199"/>
                    <a:pt x="60" y="9583"/>
                    <a:pt x="352" y="9690"/>
                  </a:cubicBezTo>
                  <a:lnTo>
                    <a:pt x="1706" y="10192"/>
                  </a:lnTo>
                  <a:lnTo>
                    <a:pt x="1706" y="11794"/>
                  </a:lnTo>
                  <a:cubicBezTo>
                    <a:pt x="1706" y="11956"/>
                    <a:pt x="1813" y="12108"/>
                    <a:pt x="1965" y="12167"/>
                  </a:cubicBezTo>
                  <a:lnTo>
                    <a:pt x="6276" y="13791"/>
                  </a:lnTo>
                  <a:cubicBezTo>
                    <a:pt x="6324" y="13809"/>
                    <a:pt x="6374" y="13818"/>
                    <a:pt x="6424" y="13818"/>
                  </a:cubicBezTo>
                  <a:cubicBezTo>
                    <a:pt x="6473" y="13818"/>
                    <a:pt x="6523" y="13809"/>
                    <a:pt x="6571" y="13791"/>
                  </a:cubicBezTo>
                  <a:lnTo>
                    <a:pt x="10883" y="12167"/>
                  </a:lnTo>
                  <a:cubicBezTo>
                    <a:pt x="11034" y="12108"/>
                    <a:pt x="11141" y="11956"/>
                    <a:pt x="11141" y="11794"/>
                  </a:cubicBezTo>
                  <a:lnTo>
                    <a:pt x="11141" y="10192"/>
                  </a:lnTo>
                  <a:lnTo>
                    <a:pt x="12496" y="9690"/>
                  </a:lnTo>
                  <a:cubicBezTo>
                    <a:pt x="12788" y="9583"/>
                    <a:pt x="12846" y="9199"/>
                    <a:pt x="12614" y="9000"/>
                  </a:cubicBezTo>
                  <a:lnTo>
                    <a:pt x="11001" y="7656"/>
                  </a:lnTo>
                  <a:cubicBezTo>
                    <a:pt x="10964" y="7619"/>
                    <a:pt x="10919" y="7597"/>
                    <a:pt x="10883" y="7586"/>
                  </a:cubicBezTo>
                  <a:lnTo>
                    <a:pt x="8018" y="6511"/>
                  </a:lnTo>
                  <a:lnTo>
                    <a:pt x="8018" y="6276"/>
                  </a:lnTo>
                  <a:cubicBezTo>
                    <a:pt x="8018" y="5995"/>
                    <a:pt x="8159" y="5715"/>
                    <a:pt x="8406" y="5515"/>
                  </a:cubicBezTo>
                  <a:cubicBezTo>
                    <a:pt x="9129" y="4921"/>
                    <a:pt x="9539" y="4043"/>
                    <a:pt x="9539" y="3108"/>
                  </a:cubicBezTo>
                  <a:cubicBezTo>
                    <a:pt x="9539" y="1392"/>
                    <a:pt x="8136" y="0"/>
                    <a:pt x="6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8" name="Google Shape;1078;p42"/>
            <p:cNvSpPr/>
            <p:nvPr/>
          </p:nvSpPr>
          <p:spPr>
            <a:xfrm>
              <a:off x="3510913" y="3311725"/>
              <a:ext cx="40350" cy="20200"/>
            </a:xfrm>
            <a:custGeom>
              <a:avLst/>
              <a:gdLst/>
              <a:ahLst/>
              <a:cxnLst/>
              <a:rect l="l" t="t" r="r" b="b"/>
              <a:pathLst>
                <a:path w="1614" h="808" extrusionOk="0">
                  <a:moveTo>
                    <a:pt x="398" y="0"/>
                  </a:moveTo>
                  <a:cubicBezTo>
                    <a:pt x="177" y="0"/>
                    <a:pt x="0" y="177"/>
                    <a:pt x="0" y="398"/>
                  </a:cubicBezTo>
                  <a:cubicBezTo>
                    <a:pt x="0" y="620"/>
                    <a:pt x="177" y="808"/>
                    <a:pt x="398" y="808"/>
                  </a:cubicBezTo>
                  <a:lnTo>
                    <a:pt x="1206" y="808"/>
                  </a:lnTo>
                  <a:cubicBezTo>
                    <a:pt x="1428" y="808"/>
                    <a:pt x="1613" y="620"/>
                    <a:pt x="1613" y="398"/>
                  </a:cubicBezTo>
                  <a:cubicBezTo>
                    <a:pt x="1613" y="177"/>
                    <a:pt x="1428" y="0"/>
                    <a:pt x="1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9" name="Google Shape;1079;p42"/>
            <p:cNvSpPr/>
            <p:nvPr/>
          </p:nvSpPr>
          <p:spPr>
            <a:xfrm>
              <a:off x="3502763" y="3257725"/>
              <a:ext cx="40625" cy="30350"/>
            </a:xfrm>
            <a:custGeom>
              <a:avLst/>
              <a:gdLst/>
              <a:ahLst/>
              <a:cxnLst/>
              <a:rect l="l" t="t" r="r" b="b"/>
              <a:pathLst>
                <a:path w="1625" h="1214" extrusionOk="0">
                  <a:moveTo>
                    <a:pt x="1157" y="0"/>
                  </a:moveTo>
                  <a:cubicBezTo>
                    <a:pt x="1088" y="0"/>
                    <a:pt x="1020" y="18"/>
                    <a:pt x="957" y="56"/>
                  </a:cubicBezTo>
                  <a:lnTo>
                    <a:pt x="256" y="454"/>
                  </a:lnTo>
                  <a:cubicBezTo>
                    <a:pt x="60" y="572"/>
                    <a:pt x="1" y="816"/>
                    <a:pt x="104" y="1016"/>
                  </a:cubicBezTo>
                  <a:cubicBezTo>
                    <a:pt x="183" y="1141"/>
                    <a:pt x="317" y="1214"/>
                    <a:pt x="454" y="1214"/>
                  </a:cubicBezTo>
                  <a:cubicBezTo>
                    <a:pt x="522" y="1214"/>
                    <a:pt x="591" y="1195"/>
                    <a:pt x="654" y="1156"/>
                  </a:cubicBezTo>
                  <a:lnTo>
                    <a:pt x="1356" y="757"/>
                  </a:lnTo>
                  <a:cubicBezTo>
                    <a:pt x="1555" y="642"/>
                    <a:pt x="1625" y="396"/>
                    <a:pt x="1507" y="196"/>
                  </a:cubicBezTo>
                  <a:cubicBezTo>
                    <a:pt x="1430" y="73"/>
                    <a:pt x="1294" y="0"/>
                    <a:pt x="11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0" name="Google Shape;1080;p42"/>
            <p:cNvSpPr/>
            <p:nvPr/>
          </p:nvSpPr>
          <p:spPr>
            <a:xfrm>
              <a:off x="3502763" y="3355450"/>
              <a:ext cx="40625" cy="30375"/>
            </a:xfrm>
            <a:custGeom>
              <a:avLst/>
              <a:gdLst/>
              <a:ahLst/>
              <a:cxnLst/>
              <a:rect l="l" t="t" r="r" b="b"/>
              <a:pathLst>
                <a:path w="1625" h="1215" extrusionOk="0">
                  <a:moveTo>
                    <a:pt x="456" y="1"/>
                  </a:moveTo>
                  <a:cubicBezTo>
                    <a:pt x="319" y="1"/>
                    <a:pt x="183" y="70"/>
                    <a:pt x="104" y="204"/>
                  </a:cubicBezTo>
                  <a:cubicBezTo>
                    <a:pt x="1" y="392"/>
                    <a:pt x="60" y="650"/>
                    <a:pt x="256" y="753"/>
                  </a:cubicBezTo>
                  <a:lnTo>
                    <a:pt x="957" y="1163"/>
                  </a:lnTo>
                  <a:cubicBezTo>
                    <a:pt x="1019" y="1197"/>
                    <a:pt x="1088" y="1214"/>
                    <a:pt x="1156" y="1214"/>
                  </a:cubicBezTo>
                  <a:cubicBezTo>
                    <a:pt x="1294" y="1214"/>
                    <a:pt x="1430" y="1145"/>
                    <a:pt x="1507" y="1012"/>
                  </a:cubicBezTo>
                  <a:cubicBezTo>
                    <a:pt x="1625" y="812"/>
                    <a:pt x="1555" y="565"/>
                    <a:pt x="1356" y="462"/>
                  </a:cubicBezTo>
                  <a:lnTo>
                    <a:pt x="654" y="52"/>
                  </a:lnTo>
                  <a:cubicBezTo>
                    <a:pt x="592" y="18"/>
                    <a:pt x="524" y="1"/>
                    <a:pt x="4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1" name="Google Shape;1081;p42"/>
            <p:cNvSpPr/>
            <p:nvPr/>
          </p:nvSpPr>
          <p:spPr>
            <a:xfrm>
              <a:off x="3274838" y="3311725"/>
              <a:ext cx="40625" cy="20200"/>
            </a:xfrm>
            <a:custGeom>
              <a:avLst/>
              <a:gdLst/>
              <a:ahLst/>
              <a:cxnLst/>
              <a:rect l="l" t="t" r="r" b="b"/>
              <a:pathLst>
                <a:path w="1625" h="808" extrusionOk="0">
                  <a:moveTo>
                    <a:pt x="410" y="0"/>
                  </a:moveTo>
                  <a:cubicBezTo>
                    <a:pt x="186" y="0"/>
                    <a:pt x="0" y="177"/>
                    <a:pt x="0" y="398"/>
                  </a:cubicBezTo>
                  <a:cubicBezTo>
                    <a:pt x="0" y="620"/>
                    <a:pt x="186" y="808"/>
                    <a:pt x="410" y="808"/>
                  </a:cubicBezTo>
                  <a:lnTo>
                    <a:pt x="1215" y="808"/>
                  </a:lnTo>
                  <a:cubicBezTo>
                    <a:pt x="1437" y="808"/>
                    <a:pt x="1625" y="620"/>
                    <a:pt x="1625" y="398"/>
                  </a:cubicBezTo>
                  <a:cubicBezTo>
                    <a:pt x="1625" y="177"/>
                    <a:pt x="1437" y="0"/>
                    <a:pt x="1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2" name="Google Shape;1082;p42"/>
            <p:cNvSpPr/>
            <p:nvPr/>
          </p:nvSpPr>
          <p:spPr>
            <a:xfrm>
              <a:off x="3282963" y="3257725"/>
              <a:ext cx="40700" cy="30350"/>
            </a:xfrm>
            <a:custGeom>
              <a:avLst/>
              <a:gdLst/>
              <a:ahLst/>
              <a:cxnLst/>
              <a:rect l="l" t="t" r="r" b="b"/>
              <a:pathLst>
                <a:path w="1628" h="1214" extrusionOk="0">
                  <a:moveTo>
                    <a:pt x="459" y="0"/>
                  </a:moveTo>
                  <a:cubicBezTo>
                    <a:pt x="321" y="0"/>
                    <a:pt x="186" y="73"/>
                    <a:pt x="107" y="196"/>
                  </a:cubicBezTo>
                  <a:cubicBezTo>
                    <a:pt x="1" y="396"/>
                    <a:pt x="60" y="642"/>
                    <a:pt x="259" y="757"/>
                  </a:cubicBezTo>
                  <a:lnTo>
                    <a:pt x="960" y="1156"/>
                  </a:lnTo>
                  <a:cubicBezTo>
                    <a:pt x="1023" y="1195"/>
                    <a:pt x="1093" y="1214"/>
                    <a:pt x="1163" y="1214"/>
                  </a:cubicBezTo>
                  <a:cubicBezTo>
                    <a:pt x="1302" y="1214"/>
                    <a:pt x="1439" y="1141"/>
                    <a:pt x="1510" y="1016"/>
                  </a:cubicBezTo>
                  <a:cubicBezTo>
                    <a:pt x="1628" y="816"/>
                    <a:pt x="1558" y="572"/>
                    <a:pt x="1359" y="454"/>
                  </a:cubicBezTo>
                  <a:lnTo>
                    <a:pt x="657" y="56"/>
                  </a:lnTo>
                  <a:cubicBezTo>
                    <a:pt x="595" y="18"/>
                    <a:pt x="526"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3" name="Google Shape;1083;p42"/>
            <p:cNvSpPr/>
            <p:nvPr/>
          </p:nvSpPr>
          <p:spPr>
            <a:xfrm>
              <a:off x="3282963" y="3355450"/>
              <a:ext cx="40700" cy="30375"/>
            </a:xfrm>
            <a:custGeom>
              <a:avLst/>
              <a:gdLst/>
              <a:ahLst/>
              <a:cxnLst/>
              <a:rect l="l" t="t" r="r" b="b"/>
              <a:pathLst>
                <a:path w="1628" h="1215" extrusionOk="0">
                  <a:moveTo>
                    <a:pt x="1161" y="1"/>
                  </a:moveTo>
                  <a:cubicBezTo>
                    <a:pt x="1092" y="1"/>
                    <a:pt x="1022" y="18"/>
                    <a:pt x="960" y="52"/>
                  </a:cubicBezTo>
                  <a:lnTo>
                    <a:pt x="259" y="462"/>
                  </a:lnTo>
                  <a:cubicBezTo>
                    <a:pt x="60" y="565"/>
                    <a:pt x="1" y="812"/>
                    <a:pt x="107" y="1012"/>
                  </a:cubicBezTo>
                  <a:cubicBezTo>
                    <a:pt x="186" y="1145"/>
                    <a:pt x="322" y="1214"/>
                    <a:pt x="459" y="1214"/>
                  </a:cubicBezTo>
                  <a:cubicBezTo>
                    <a:pt x="527" y="1214"/>
                    <a:pt x="595" y="1197"/>
                    <a:pt x="657" y="1163"/>
                  </a:cubicBezTo>
                  <a:lnTo>
                    <a:pt x="1359" y="753"/>
                  </a:lnTo>
                  <a:cubicBezTo>
                    <a:pt x="1558" y="650"/>
                    <a:pt x="1628" y="392"/>
                    <a:pt x="1510" y="204"/>
                  </a:cubicBezTo>
                  <a:cubicBezTo>
                    <a:pt x="1439" y="70"/>
                    <a:pt x="1301" y="1"/>
                    <a:pt x="11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84" name="Google Shape;1084;p42"/>
          <p:cNvGrpSpPr/>
          <p:nvPr/>
        </p:nvGrpSpPr>
        <p:grpSpPr>
          <a:xfrm>
            <a:off x="3402325" y="3127300"/>
            <a:ext cx="345075" cy="345150"/>
            <a:chOff x="4007438" y="3243975"/>
            <a:chExt cx="345075" cy="345150"/>
          </a:xfrm>
        </p:grpSpPr>
        <p:sp>
          <p:nvSpPr>
            <p:cNvPr id="1085" name="Google Shape;1085;p42"/>
            <p:cNvSpPr/>
            <p:nvPr/>
          </p:nvSpPr>
          <p:spPr>
            <a:xfrm>
              <a:off x="4311888" y="3351750"/>
              <a:ext cx="40625" cy="20525"/>
            </a:xfrm>
            <a:custGeom>
              <a:avLst/>
              <a:gdLst/>
              <a:ahLst/>
              <a:cxnLst/>
              <a:rect l="l" t="t" r="r" b="b"/>
              <a:pathLst>
                <a:path w="1625" h="821" extrusionOk="0">
                  <a:moveTo>
                    <a:pt x="410" y="1"/>
                  </a:moveTo>
                  <a:cubicBezTo>
                    <a:pt x="189" y="1"/>
                    <a:pt x="1" y="189"/>
                    <a:pt x="1" y="410"/>
                  </a:cubicBezTo>
                  <a:cubicBezTo>
                    <a:pt x="1" y="632"/>
                    <a:pt x="189" y="820"/>
                    <a:pt x="410" y="820"/>
                  </a:cubicBezTo>
                  <a:lnTo>
                    <a:pt x="1218" y="820"/>
                  </a:lnTo>
                  <a:cubicBezTo>
                    <a:pt x="1440" y="820"/>
                    <a:pt x="1625" y="632"/>
                    <a:pt x="1625" y="410"/>
                  </a:cubicBezTo>
                  <a:cubicBezTo>
                    <a:pt x="1625" y="189"/>
                    <a:pt x="1440" y="1"/>
                    <a:pt x="1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6" name="Google Shape;1086;p42"/>
            <p:cNvSpPr/>
            <p:nvPr/>
          </p:nvSpPr>
          <p:spPr>
            <a:xfrm>
              <a:off x="4303763" y="3284525"/>
              <a:ext cx="40625" cy="30275"/>
            </a:xfrm>
            <a:custGeom>
              <a:avLst/>
              <a:gdLst/>
              <a:ahLst/>
              <a:cxnLst/>
              <a:rect l="l" t="t" r="r" b="b"/>
              <a:pathLst>
                <a:path w="1625" h="1211" extrusionOk="0">
                  <a:moveTo>
                    <a:pt x="1156" y="0"/>
                  </a:moveTo>
                  <a:cubicBezTo>
                    <a:pt x="1089" y="0"/>
                    <a:pt x="1020" y="16"/>
                    <a:pt x="957" y="50"/>
                  </a:cubicBezTo>
                  <a:lnTo>
                    <a:pt x="256" y="457"/>
                  </a:lnTo>
                  <a:cubicBezTo>
                    <a:pt x="70" y="575"/>
                    <a:pt x="0" y="822"/>
                    <a:pt x="115" y="1007"/>
                  </a:cubicBezTo>
                  <a:cubicBezTo>
                    <a:pt x="187" y="1140"/>
                    <a:pt x="320" y="1211"/>
                    <a:pt x="460" y="1211"/>
                  </a:cubicBezTo>
                  <a:cubicBezTo>
                    <a:pt x="529" y="1211"/>
                    <a:pt x="599" y="1193"/>
                    <a:pt x="665" y="1158"/>
                  </a:cubicBezTo>
                  <a:lnTo>
                    <a:pt x="1366" y="751"/>
                  </a:lnTo>
                  <a:cubicBezTo>
                    <a:pt x="1554" y="645"/>
                    <a:pt x="1625" y="401"/>
                    <a:pt x="1518" y="202"/>
                  </a:cubicBezTo>
                  <a:cubicBezTo>
                    <a:pt x="1440" y="74"/>
                    <a:pt x="1300" y="0"/>
                    <a:pt x="11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7" name="Google Shape;1087;p42"/>
            <p:cNvSpPr/>
            <p:nvPr/>
          </p:nvSpPr>
          <p:spPr>
            <a:xfrm>
              <a:off x="4303763" y="3409225"/>
              <a:ext cx="40625" cy="30375"/>
            </a:xfrm>
            <a:custGeom>
              <a:avLst/>
              <a:gdLst/>
              <a:ahLst/>
              <a:cxnLst/>
              <a:rect l="l" t="t" r="r" b="b"/>
              <a:pathLst>
                <a:path w="1625" h="1215" extrusionOk="0">
                  <a:moveTo>
                    <a:pt x="460" y="0"/>
                  </a:moveTo>
                  <a:cubicBezTo>
                    <a:pt x="320" y="0"/>
                    <a:pt x="187" y="71"/>
                    <a:pt x="115" y="204"/>
                  </a:cubicBezTo>
                  <a:cubicBezTo>
                    <a:pt x="0" y="392"/>
                    <a:pt x="70" y="636"/>
                    <a:pt x="256" y="754"/>
                  </a:cubicBezTo>
                  <a:lnTo>
                    <a:pt x="957" y="1164"/>
                  </a:lnTo>
                  <a:cubicBezTo>
                    <a:pt x="1022" y="1198"/>
                    <a:pt x="1092" y="1214"/>
                    <a:pt x="1161" y="1214"/>
                  </a:cubicBezTo>
                  <a:cubicBezTo>
                    <a:pt x="1303" y="1214"/>
                    <a:pt x="1440" y="1144"/>
                    <a:pt x="1518" y="1009"/>
                  </a:cubicBezTo>
                  <a:cubicBezTo>
                    <a:pt x="1625" y="813"/>
                    <a:pt x="1554" y="566"/>
                    <a:pt x="1366" y="462"/>
                  </a:cubicBezTo>
                  <a:lnTo>
                    <a:pt x="665" y="53"/>
                  </a:lnTo>
                  <a:cubicBezTo>
                    <a:pt x="599" y="18"/>
                    <a:pt x="52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8" name="Google Shape;1088;p42"/>
            <p:cNvSpPr/>
            <p:nvPr/>
          </p:nvSpPr>
          <p:spPr>
            <a:xfrm>
              <a:off x="4007438" y="3351750"/>
              <a:ext cx="40350" cy="20525"/>
            </a:xfrm>
            <a:custGeom>
              <a:avLst/>
              <a:gdLst/>
              <a:ahLst/>
              <a:cxnLst/>
              <a:rect l="l" t="t" r="r" b="b"/>
              <a:pathLst>
                <a:path w="1614" h="821" extrusionOk="0">
                  <a:moveTo>
                    <a:pt x="396" y="1"/>
                  </a:moveTo>
                  <a:cubicBezTo>
                    <a:pt x="175" y="1"/>
                    <a:pt x="1" y="189"/>
                    <a:pt x="1" y="410"/>
                  </a:cubicBezTo>
                  <a:cubicBezTo>
                    <a:pt x="1" y="632"/>
                    <a:pt x="175" y="820"/>
                    <a:pt x="396" y="820"/>
                  </a:cubicBezTo>
                  <a:lnTo>
                    <a:pt x="1204" y="820"/>
                  </a:lnTo>
                  <a:cubicBezTo>
                    <a:pt x="1426" y="820"/>
                    <a:pt x="1614" y="632"/>
                    <a:pt x="1614" y="410"/>
                  </a:cubicBezTo>
                  <a:cubicBezTo>
                    <a:pt x="1614" y="189"/>
                    <a:pt x="1426" y="1"/>
                    <a:pt x="1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9" name="Google Shape;1089;p42"/>
            <p:cNvSpPr/>
            <p:nvPr/>
          </p:nvSpPr>
          <p:spPr>
            <a:xfrm>
              <a:off x="4015288" y="3284525"/>
              <a:ext cx="40650" cy="30275"/>
            </a:xfrm>
            <a:custGeom>
              <a:avLst/>
              <a:gdLst/>
              <a:ahLst/>
              <a:cxnLst/>
              <a:rect l="l" t="t" r="r" b="b"/>
              <a:pathLst>
                <a:path w="1626" h="1211" extrusionOk="0">
                  <a:moveTo>
                    <a:pt x="470" y="0"/>
                  </a:moveTo>
                  <a:cubicBezTo>
                    <a:pt x="327" y="0"/>
                    <a:pt x="190" y="74"/>
                    <a:pt x="119" y="202"/>
                  </a:cubicBezTo>
                  <a:cubicBezTo>
                    <a:pt x="1" y="401"/>
                    <a:pt x="71" y="645"/>
                    <a:pt x="259" y="751"/>
                  </a:cubicBezTo>
                  <a:lnTo>
                    <a:pt x="960" y="1158"/>
                  </a:lnTo>
                  <a:cubicBezTo>
                    <a:pt x="1026" y="1193"/>
                    <a:pt x="1097" y="1211"/>
                    <a:pt x="1166" y="1211"/>
                  </a:cubicBezTo>
                  <a:cubicBezTo>
                    <a:pt x="1306" y="1211"/>
                    <a:pt x="1439" y="1140"/>
                    <a:pt x="1510" y="1007"/>
                  </a:cubicBezTo>
                  <a:cubicBezTo>
                    <a:pt x="1625" y="822"/>
                    <a:pt x="1555" y="575"/>
                    <a:pt x="1370" y="457"/>
                  </a:cubicBezTo>
                  <a:lnTo>
                    <a:pt x="669" y="50"/>
                  </a:lnTo>
                  <a:cubicBezTo>
                    <a:pt x="605" y="16"/>
                    <a:pt x="537" y="0"/>
                    <a:pt x="4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0" name="Google Shape;1090;p42"/>
            <p:cNvSpPr/>
            <p:nvPr/>
          </p:nvSpPr>
          <p:spPr>
            <a:xfrm>
              <a:off x="4015288" y="3409225"/>
              <a:ext cx="40650" cy="30375"/>
            </a:xfrm>
            <a:custGeom>
              <a:avLst/>
              <a:gdLst/>
              <a:ahLst/>
              <a:cxnLst/>
              <a:rect l="l" t="t" r="r" b="b"/>
              <a:pathLst>
                <a:path w="1626" h="1215" extrusionOk="0">
                  <a:moveTo>
                    <a:pt x="1166" y="0"/>
                  </a:moveTo>
                  <a:cubicBezTo>
                    <a:pt x="1097" y="0"/>
                    <a:pt x="1026" y="18"/>
                    <a:pt x="960" y="53"/>
                  </a:cubicBezTo>
                  <a:lnTo>
                    <a:pt x="259" y="462"/>
                  </a:lnTo>
                  <a:cubicBezTo>
                    <a:pt x="71" y="566"/>
                    <a:pt x="1" y="813"/>
                    <a:pt x="119" y="1009"/>
                  </a:cubicBezTo>
                  <a:cubicBezTo>
                    <a:pt x="189" y="1144"/>
                    <a:pt x="324" y="1214"/>
                    <a:pt x="465" y="1214"/>
                  </a:cubicBezTo>
                  <a:cubicBezTo>
                    <a:pt x="534" y="1214"/>
                    <a:pt x="604" y="1198"/>
                    <a:pt x="669" y="1164"/>
                  </a:cubicBezTo>
                  <a:lnTo>
                    <a:pt x="1370" y="754"/>
                  </a:lnTo>
                  <a:cubicBezTo>
                    <a:pt x="1555" y="636"/>
                    <a:pt x="1625" y="392"/>
                    <a:pt x="1510" y="204"/>
                  </a:cubicBezTo>
                  <a:cubicBezTo>
                    <a:pt x="1439" y="71"/>
                    <a:pt x="1306" y="0"/>
                    <a:pt x="1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1" name="Google Shape;1091;p42"/>
            <p:cNvSpPr/>
            <p:nvPr/>
          </p:nvSpPr>
          <p:spPr>
            <a:xfrm>
              <a:off x="4061788" y="3243975"/>
              <a:ext cx="235825" cy="345150"/>
            </a:xfrm>
            <a:custGeom>
              <a:avLst/>
              <a:gdLst/>
              <a:ahLst/>
              <a:cxnLst/>
              <a:rect l="l" t="t" r="r" b="b"/>
              <a:pathLst>
                <a:path w="9433" h="13806" extrusionOk="0">
                  <a:moveTo>
                    <a:pt x="4722" y="2595"/>
                  </a:moveTo>
                  <a:lnTo>
                    <a:pt x="4815" y="2688"/>
                  </a:lnTo>
                  <a:cubicBezTo>
                    <a:pt x="5295" y="3167"/>
                    <a:pt x="5295" y="3939"/>
                    <a:pt x="4815" y="4407"/>
                  </a:cubicBezTo>
                  <a:lnTo>
                    <a:pt x="4722" y="4500"/>
                  </a:lnTo>
                  <a:lnTo>
                    <a:pt x="4630" y="4407"/>
                  </a:lnTo>
                  <a:cubicBezTo>
                    <a:pt x="4150" y="3939"/>
                    <a:pt x="4150" y="3167"/>
                    <a:pt x="4630" y="2688"/>
                  </a:cubicBezTo>
                  <a:lnTo>
                    <a:pt x="4722" y="2595"/>
                  </a:lnTo>
                  <a:close/>
                  <a:moveTo>
                    <a:pt x="3098" y="5936"/>
                  </a:moveTo>
                  <a:cubicBezTo>
                    <a:pt x="3763" y="5936"/>
                    <a:pt x="4313" y="6475"/>
                    <a:pt x="4313" y="7154"/>
                  </a:cubicBezTo>
                  <a:lnTo>
                    <a:pt x="4313" y="7283"/>
                  </a:lnTo>
                  <a:lnTo>
                    <a:pt x="4172" y="7283"/>
                  </a:lnTo>
                  <a:cubicBezTo>
                    <a:pt x="3508" y="7283"/>
                    <a:pt x="2969" y="6744"/>
                    <a:pt x="2969" y="6065"/>
                  </a:cubicBezTo>
                  <a:lnTo>
                    <a:pt x="2969" y="5936"/>
                  </a:lnTo>
                  <a:close/>
                  <a:moveTo>
                    <a:pt x="6464" y="5936"/>
                  </a:moveTo>
                  <a:lnTo>
                    <a:pt x="6464" y="6065"/>
                  </a:lnTo>
                  <a:cubicBezTo>
                    <a:pt x="6464" y="6744"/>
                    <a:pt x="5926" y="7283"/>
                    <a:pt x="5261" y="7283"/>
                  </a:cubicBezTo>
                  <a:lnTo>
                    <a:pt x="5121" y="7283"/>
                  </a:lnTo>
                  <a:lnTo>
                    <a:pt x="5121" y="7154"/>
                  </a:lnTo>
                  <a:cubicBezTo>
                    <a:pt x="5121" y="6475"/>
                    <a:pt x="5668" y="5936"/>
                    <a:pt x="6335" y="5936"/>
                  </a:cubicBezTo>
                  <a:close/>
                  <a:moveTo>
                    <a:pt x="4722" y="816"/>
                  </a:moveTo>
                  <a:cubicBezTo>
                    <a:pt x="6874" y="816"/>
                    <a:pt x="8627" y="2570"/>
                    <a:pt x="8627" y="4721"/>
                  </a:cubicBezTo>
                  <a:cubicBezTo>
                    <a:pt x="8627" y="5844"/>
                    <a:pt x="8148" y="6907"/>
                    <a:pt x="7306" y="7645"/>
                  </a:cubicBezTo>
                  <a:cubicBezTo>
                    <a:pt x="6708" y="8180"/>
                    <a:pt x="6324" y="8918"/>
                    <a:pt x="6229" y="9712"/>
                  </a:cubicBezTo>
                  <a:lnTo>
                    <a:pt x="5121" y="9712"/>
                  </a:lnTo>
                  <a:lnTo>
                    <a:pt x="5121" y="8088"/>
                  </a:lnTo>
                  <a:lnTo>
                    <a:pt x="5261" y="8088"/>
                  </a:lnTo>
                  <a:cubicBezTo>
                    <a:pt x="6369" y="8088"/>
                    <a:pt x="7281" y="7187"/>
                    <a:pt x="7281" y="6065"/>
                  </a:cubicBezTo>
                  <a:lnTo>
                    <a:pt x="7281" y="5529"/>
                  </a:lnTo>
                  <a:cubicBezTo>
                    <a:pt x="7281" y="5305"/>
                    <a:pt x="7096" y="5131"/>
                    <a:pt x="6874" y="5131"/>
                  </a:cubicBezTo>
                  <a:lnTo>
                    <a:pt x="6335" y="5131"/>
                  </a:lnTo>
                  <a:cubicBezTo>
                    <a:pt x="5878" y="5131"/>
                    <a:pt x="5457" y="5283"/>
                    <a:pt x="5121" y="5529"/>
                  </a:cubicBezTo>
                  <a:lnTo>
                    <a:pt x="5121" y="5249"/>
                  </a:lnTo>
                  <a:lnTo>
                    <a:pt x="5387" y="4980"/>
                  </a:lnTo>
                  <a:cubicBezTo>
                    <a:pt x="6173" y="4197"/>
                    <a:pt x="6173" y="2909"/>
                    <a:pt x="5387" y="2127"/>
                  </a:cubicBezTo>
                  <a:lnTo>
                    <a:pt x="5003" y="1742"/>
                  </a:lnTo>
                  <a:cubicBezTo>
                    <a:pt x="4921" y="1659"/>
                    <a:pt x="4819" y="1618"/>
                    <a:pt x="4717" y="1618"/>
                  </a:cubicBezTo>
                  <a:cubicBezTo>
                    <a:pt x="4614" y="1618"/>
                    <a:pt x="4512" y="1659"/>
                    <a:pt x="4430" y="1742"/>
                  </a:cubicBezTo>
                  <a:lnTo>
                    <a:pt x="4043" y="2127"/>
                  </a:lnTo>
                  <a:cubicBezTo>
                    <a:pt x="3261" y="2909"/>
                    <a:pt x="3261" y="4197"/>
                    <a:pt x="4043" y="4980"/>
                  </a:cubicBezTo>
                  <a:lnTo>
                    <a:pt x="4313" y="5249"/>
                  </a:lnTo>
                  <a:lnTo>
                    <a:pt x="4313" y="5529"/>
                  </a:lnTo>
                  <a:cubicBezTo>
                    <a:pt x="3973" y="5283"/>
                    <a:pt x="3552" y="5131"/>
                    <a:pt x="3098" y="5131"/>
                  </a:cubicBezTo>
                  <a:lnTo>
                    <a:pt x="2559" y="5131"/>
                  </a:lnTo>
                  <a:cubicBezTo>
                    <a:pt x="2338" y="5131"/>
                    <a:pt x="2150" y="5305"/>
                    <a:pt x="2150" y="5529"/>
                  </a:cubicBezTo>
                  <a:lnTo>
                    <a:pt x="2150" y="6065"/>
                  </a:lnTo>
                  <a:cubicBezTo>
                    <a:pt x="2150" y="7187"/>
                    <a:pt x="3061" y="8088"/>
                    <a:pt x="4172" y="8088"/>
                  </a:cubicBezTo>
                  <a:lnTo>
                    <a:pt x="4313" y="8088"/>
                  </a:lnTo>
                  <a:lnTo>
                    <a:pt x="4313" y="9712"/>
                  </a:lnTo>
                  <a:lnTo>
                    <a:pt x="3213" y="9712"/>
                  </a:lnTo>
                  <a:cubicBezTo>
                    <a:pt x="3109" y="8918"/>
                    <a:pt x="2722" y="8180"/>
                    <a:pt x="2127" y="7645"/>
                  </a:cubicBezTo>
                  <a:cubicBezTo>
                    <a:pt x="1286" y="6907"/>
                    <a:pt x="806" y="5844"/>
                    <a:pt x="806" y="4721"/>
                  </a:cubicBezTo>
                  <a:cubicBezTo>
                    <a:pt x="806" y="2570"/>
                    <a:pt x="2559" y="816"/>
                    <a:pt x="4722" y="816"/>
                  </a:cubicBezTo>
                  <a:close/>
                  <a:moveTo>
                    <a:pt x="6195" y="10520"/>
                  </a:moveTo>
                  <a:lnTo>
                    <a:pt x="6195" y="11244"/>
                  </a:lnTo>
                  <a:cubicBezTo>
                    <a:pt x="6195" y="11325"/>
                    <a:pt x="6136" y="11384"/>
                    <a:pt x="6066" y="11384"/>
                  </a:cubicBezTo>
                  <a:lnTo>
                    <a:pt x="3367" y="11384"/>
                  </a:lnTo>
                  <a:cubicBezTo>
                    <a:pt x="3297" y="11384"/>
                    <a:pt x="3238" y="11325"/>
                    <a:pt x="3238" y="11244"/>
                  </a:cubicBezTo>
                  <a:lnTo>
                    <a:pt x="3238" y="10520"/>
                  </a:lnTo>
                  <a:close/>
                  <a:moveTo>
                    <a:pt x="5656" y="12192"/>
                  </a:moveTo>
                  <a:lnTo>
                    <a:pt x="5656" y="12599"/>
                  </a:lnTo>
                  <a:cubicBezTo>
                    <a:pt x="5656" y="12823"/>
                    <a:pt x="5482" y="12997"/>
                    <a:pt x="5261" y="12997"/>
                  </a:cubicBezTo>
                  <a:lnTo>
                    <a:pt x="4172" y="12997"/>
                  </a:lnTo>
                  <a:cubicBezTo>
                    <a:pt x="3951" y="12997"/>
                    <a:pt x="3774" y="12823"/>
                    <a:pt x="3774" y="12599"/>
                  </a:cubicBezTo>
                  <a:lnTo>
                    <a:pt x="3774" y="12192"/>
                  </a:lnTo>
                  <a:close/>
                  <a:moveTo>
                    <a:pt x="4722" y="0"/>
                  </a:moveTo>
                  <a:cubicBezTo>
                    <a:pt x="2116" y="0"/>
                    <a:pt x="1" y="2115"/>
                    <a:pt x="1" y="4721"/>
                  </a:cubicBezTo>
                  <a:cubicBezTo>
                    <a:pt x="1" y="6065"/>
                    <a:pt x="573" y="7353"/>
                    <a:pt x="1589" y="8251"/>
                  </a:cubicBezTo>
                  <a:cubicBezTo>
                    <a:pt x="2116" y="8719"/>
                    <a:pt x="2419" y="9398"/>
                    <a:pt x="2419" y="10110"/>
                  </a:cubicBezTo>
                  <a:lnTo>
                    <a:pt x="2419" y="11244"/>
                  </a:lnTo>
                  <a:cubicBezTo>
                    <a:pt x="2419" y="11617"/>
                    <a:pt x="2641" y="11945"/>
                    <a:pt x="2969" y="12097"/>
                  </a:cubicBezTo>
                  <a:lnTo>
                    <a:pt x="2969" y="12599"/>
                  </a:lnTo>
                  <a:cubicBezTo>
                    <a:pt x="2969" y="13266"/>
                    <a:pt x="3508" y="13805"/>
                    <a:pt x="4172" y="13805"/>
                  </a:cubicBezTo>
                  <a:lnTo>
                    <a:pt x="5261" y="13805"/>
                  </a:lnTo>
                  <a:cubicBezTo>
                    <a:pt x="5926" y="13805"/>
                    <a:pt x="6464" y="13266"/>
                    <a:pt x="6464" y="12599"/>
                  </a:cubicBezTo>
                  <a:lnTo>
                    <a:pt x="6464" y="12097"/>
                  </a:lnTo>
                  <a:cubicBezTo>
                    <a:pt x="6790" y="11945"/>
                    <a:pt x="7014" y="11617"/>
                    <a:pt x="7014" y="11244"/>
                  </a:cubicBezTo>
                  <a:lnTo>
                    <a:pt x="7014" y="10110"/>
                  </a:lnTo>
                  <a:cubicBezTo>
                    <a:pt x="7014" y="9398"/>
                    <a:pt x="7317" y="8719"/>
                    <a:pt x="7842" y="8251"/>
                  </a:cubicBezTo>
                  <a:cubicBezTo>
                    <a:pt x="8860" y="7353"/>
                    <a:pt x="9432" y="6065"/>
                    <a:pt x="9432" y="4721"/>
                  </a:cubicBezTo>
                  <a:cubicBezTo>
                    <a:pt x="9432" y="2115"/>
                    <a:pt x="7317" y="0"/>
                    <a:pt x="47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092" name="Google Shape;1092;p42"/>
          <p:cNvGrpSpPr/>
          <p:nvPr/>
        </p:nvGrpSpPr>
        <p:grpSpPr>
          <a:xfrm>
            <a:off x="7330138" y="1267750"/>
            <a:ext cx="345150" cy="344800"/>
            <a:chOff x="5512088" y="2681150"/>
            <a:chExt cx="345150" cy="344800"/>
          </a:xfrm>
        </p:grpSpPr>
        <p:sp>
          <p:nvSpPr>
            <p:cNvPr id="1093" name="Google Shape;1093;p42"/>
            <p:cNvSpPr/>
            <p:nvPr/>
          </p:nvSpPr>
          <p:spPr>
            <a:xfrm>
              <a:off x="5512088" y="2681150"/>
              <a:ext cx="345150" cy="344800"/>
            </a:xfrm>
            <a:custGeom>
              <a:avLst/>
              <a:gdLst/>
              <a:ahLst/>
              <a:cxnLst/>
              <a:rect l="l" t="t" r="r" b="b"/>
              <a:pathLst>
                <a:path w="13806" h="13792" extrusionOk="0">
                  <a:moveTo>
                    <a:pt x="6896" y="806"/>
                  </a:moveTo>
                  <a:cubicBezTo>
                    <a:pt x="8158" y="806"/>
                    <a:pt x="9188" y="1835"/>
                    <a:pt x="9188" y="3098"/>
                  </a:cubicBezTo>
                  <a:cubicBezTo>
                    <a:pt x="9188" y="3776"/>
                    <a:pt x="8882" y="4419"/>
                    <a:pt x="8357" y="4862"/>
                  </a:cubicBezTo>
                  <a:cubicBezTo>
                    <a:pt x="8018" y="5143"/>
                    <a:pt x="7785" y="5516"/>
                    <a:pt x="7704" y="5925"/>
                  </a:cubicBezTo>
                  <a:lnTo>
                    <a:pt x="7305" y="5925"/>
                  </a:lnTo>
                  <a:lnTo>
                    <a:pt x="7305" y="3799"/>
                  </a:lnTo>
                  <a:lnTo>
                    <a:pt x="7984" y="3120"/>
                  </a:lnTo>
                  <a:cubicBezTo>
                    <a:pt x="8136" y="2969"/>
                    <a:pt x="8158" y="2736"/>
                    <a:pt x="8029" y="2570"/>
                  </a:cubicBezTo>
                  <a:cubicBezTo>
                    <a:pt x="7948" y="2472"/>
                    <a:pt x="7831" y="2422"/>
                    <a:pt x="7713" y="2422"/>
                  </a:cubicBezTo>
                  <a:cubicBezTo>
                    <a:pt x="7609" y="2422"/>
                    <a:pt x="7504" y="2460"/>
                    <a:pt x="7423" y="2537"/>
                  </a:cubicBezTo>
                  <a:lnTo>
                    <a:pt x="6896" y="3061"/>
                  </a:lnTo>
                  <a:lnTo>
                    <a:pt x="6382" y="2537"/>
                  </a:lnTo>
                  <a:cubicBezTo>
                    <a:pt x="6300" y="2460"/>
                    <a:pt x="6194" y="2422"/>
                    <a:pt x="6090" y="2422"/>
                  </a:cubicBezTo>
                  <a:cubicBezTo>
                    <a:pt x="5971" y="2422"/>
                    <a:pt x="5854" y="2472"/>
                    <a:pt x="5773" y="2570"/>
                  </a:cubicBezTo>
                  <a:cubicBezTo>
                    <a:pt x="5644" y="2736"/>
                    <a:pt x="5670" y="2969"/>
                    <a:pt x="5810" y="3120"/>
                  </a:cubicBezTo>
                  <a:lnTo>
                    <a:pt x="6497" y="3799"/>
                  </a:lnTo>
                  <a:lnTo>
                    <a:pt x="6497" y="5925"/>
                  </a:lnTo>
                  <a:lnTo>
                    <a:pt x="6090" y="5925"/>
                  </a:lnTo>
                  <a:cubicBezTo>
                    <a:pt x="6006" y="5516"/>
                    <a:pt x="5785" y="5143"/>
                    <a:pt x="5445" y="4862"/>
                  </a:cubicBezTo>
                  <a:cubicBezTo>
                    <a:pt x="4909" y="4419"/>
                    <a:pt x="4604" y="3776"/>
                    <a:pt x="4604" y="3098"/>
                  </a:cubicBezTo>
                  <a:cubicBezTo>
                    <a:pt x="4604" y="1835"/>
                    <a:pt x="5633" y="806"/>
                    <a:pt x="6896" y="806"/>
                  </a:cubicBezTo>
                  <a:close/>
                  <a:moveTo>
                    <a:pt x="7678" y="6733"/>
                  </a:moveTo>
                  <a:lnTo>
                    <a:pt x="7678" y="7409"/>
                  </a:lnTo>
                  <a:cubicBezTo>
                    <a:pt x="7678" y="7480"/>
                    <a:pt x="7619" y="7538"/>
                    <a:pt x="7549" y="7538"/>
                  </a:cubicBezTo>
                  <a:lnTo>
                    <a:pt x="6253" y="7538"/>
                  </a:lnTo>
                  <a:cubicBezTo>
                    <a:pt x="6183" y="7538"/>
                    <a:pt x="6113" y="7480"/>
                    <a:pt x="6113" y="7409"/>
                  </a:cubicBezTo>
                  <a:lnTo>
                    <a:pt x="6113" y="6733"/>
                  </a:lnTo>
                  <a:close/>
                  <a:moveTo>
                    <a:pt x="2023" y="11772"/>
                  </a:moveTo>
                  <a:lnTo>
                    <a:pt x="2023" y="12986"/>
                  </a:lnTo>
                  <a:lnTo>
                    <a:pt x="805" y="12986"/>
                  </a:lnTo>
                  <a:lnTo>
                    <a:pt x="805" y="11772"/>
                  </a:lnTo>
                  <a:close/>
                  <a:moveTo>
                    <a:pt x="5692" y="11772"/>
                  </a:moveTo>
                  <a:lnTo>
                    <a:pt x="5692" y="12986"/>
                  </a:lnTo>
                  <a:lnTo>
                    <a:pt x="4477" y="12986"/>
                  </a:lnTo>
                  <a:lnTo>
                    <a:pt x="4477" y="11772"/>
                  </a:lnTo>
                  <a:close/>
                  <a:moveTo>
                    <a:pt x="9350" y="11772"/>
                  </a:moveTo>
                  <a:lnTo>
                    <a:pt x="9350" y="12986"/>
                  </a:lnTo>
                  <a:lnTo>
                    <a:pt x="8136" y="12986"/>
                  </a:lnTo>
                  <a:lnTo>
                    <a:pt x="8136" y="11772"/>
                  </a:lnTo>
                  <a:close/>
                  <a:moveTo>
                    <a:pt x="12997" y="11772"/>
                  </a:moveTo>
                  <a:lnTo>
                    <a:pt x="12997" y="12986"/>
                  </a:lnTo>
                  <a:lnTo>
                    <a:pt x="11782" y="12986"/>
                  </a:lnTo>
                  <a:lnTo>
                    <a:pt x="11782" y="11772"/>
                  </a:lnTo>
                  <a:close/>
                  <a:moveTo>
                    <a:pt x="6896" y="1"/>
                  </a:moveTo>
                  <a:cubicBezTo>
                    <a:pt x="5179" y="1"/>
                    <a:pt x="3787" y="1392"/>
                    <a:pt x="3787" y="3098"/>
                  </a:cubicBezTo>
                  <a:cubicBezTo>
                    <a:pt x="3787" y="4021"/>
                    <a:pt x="4197" y="4899"/>
                    <a:pt x="4921" y="5482"/>
                  </a:cubicBezTo>
                  <a:cubicBezTo>
                    <a:pt x="5165" y="5693"/>
                    <a:pt x="5305" y="5973"/>
                    <a:pt x="5305" y="6254"/>
                  </a:cubicBezTo>
                  <a:lnTo>
                    <a:pt x="5305" y="7409"/>
                  </a:lnTo>
                  <a:cubicBezTo>
                    <a:pt x="5305" y="7926"/>
                    <a:pt x="5726" y="8358"/>
                    <a:pt x="6253" y="8358"/>
                  </a:cubicBezTo>
                  <a:lnTo>
                    <a:pt x="6497" y="8358"/>
                  </a:lnTo>
                  <a:lnTo>
                    <a:pt x="6497" y="9188"/>
                  </a:lnTo>
                  <a:lnTo>
                    <a:pt x="1425" y="9188"/>
                  </a:lnTo>
                  <a:cubicBezTo>
                    <a:pt x="1204" y="9188"/>
                    <a:pt x="1027" y="9373"/>
                    <a:pt x="1027" y="9598"/>
                  </a:cubicBezTo>
                  <a:lnTo>
                    <a:pt x="1027" y="10964"/>
                  </a:lnTo>
                  <a:lnTo>
                    <a:pt x="396" y="10964"/>
                  </a:lnTo>
                  <a:cubicBezTo>
                    <a:pt x="174" y="10964"/>
                    <a:pt x="0" y="11152"/>
                    <a:pt x="0" y="11373"/>
                  </a:cubicBezTo>
                  <a:lnTo>
                    <a:pt x="0" y="13396"/>
                  </a:lnTo>
                  <a:cubicBezTo>
                    <a:pt x="0" y="13618"/>
                    <a:pt x="174" y="13791"/>
                    <a:pt x="396" y="13791"/>
                  </a:cubicBezTo>
                  <a:lnTo>
                    <a:pt x="2418" y="13791"/>
                  </a:lnTo>
                  <a:cubicBezTo>
                    <a:pt x="2654" y="13791"/>
                    <a:pt x="2828" y="13618"/>
                    <a:pt x="2828" y="13396"/>
                  </a:cubicBezTo>
                  <a:lnTo>
                    <a:pt x="2828" y="11373"/>
                  </a:lnTo>
                  <a:cubicBezTo>
                    <a:pt x="2828" y="11152"/>
                    <a:pt x="2654" y="10964"/>
                    <a:pt x="2418" y="10964"/>
                  </a:cubicBezTo>
                  <a:lnTo>
                    <a:pt x="1835" y="10964"/>
                  </a:lnTo>
                  <a:lnTo>
                    <a:pt x="1835" y="9993"/>
                  </a:lnTo>
                  <a:lnTo>
                    <a:pt x="4688" y="9993"/>
                  </a:lnTo>
                  <a:lnTo>
                    <a:pt x="4688" y="10964"/>
                  </a:lnTo>
                  <a:lnTo>
                    <a:pt x="4068" y="10964"/>
                  </a:lnTo>
                  <a:cubicBezTo>
                    <a:pt x="3846" y="10964"/>
                    <a:pt x="3669" y="11152"/>
                    <a:pt x="3669" y="11373"/>
                  </a:cubicBezTo>
                  <a:lnTo>
                    <a:pt x="3669" y="13396"/>
                  </a:lnTo>
                  <a:cubicBezTo>
                    <a:pt x="3669" y="13618"/>
                    <a:pt x="3846" y="13791"/>
                    <a:pt x="4068" y="13791"/>
                  </a:cubicBezTo>
                  <a:lnTo>
                    <a:pt x="6090" y="13791"/>
                  </a:lnTo>
                  <a:cubicBezTo>
                    <a:pt x="6312" y="13791"/>
                    <a:pt x="6497" y="13618"/>
                    <a:pt x="6497" y="13396"/>
                  </a:cubicBezTo>
                  <a:lnTo>
                    <a:pt x="6497" y="11373"/>
                  </a:lnTo>
                  <a:cubicBezTo>
                    <a:pt x="6497" y="11152"/>
                    <a:pt x="6312" y="10964"/>
                    <a:pt x="6090" y="10964"/>
                  </a:cubicBezTo>
                  <a:lnTo>
                    <a:pt x="5470" y="10964"/>
                  </a:lnTo>
                  <a:lnTo>
                    <a:pt x="5470" y="9993"/>
                  </a:lnTo>
                  <a:lnTo>
                    <a:pt x="8335" y="9993"/>
                  </a:lnTo>
                  <a:lnTo>
                    <a:pt x="8335" y="10964"/>
                  </a:lnTo>
                  <a:lnTo>
                    <a:pt x="7737" y="10964"/>
                  </a:lnTo>
                  <a:cubicBezTo>
                    <a:pt x="7516" y="10964"/>
                    <a:pt x="7328" y="11152"/>
                    <a:pt x="7328" y="11373"/>
                  </a:cubicBezTo>
                  <a:lnTo>
                    <a:pt x="7328" y="13396"/>
                  </a:lnTo>
                  <a:cubicBezTo>
                    <a:pt x="7328" y="13618"/>
                    <a:pt x="7516" y="13791"/>
                    <a:pt x="7737" y="13791"/>
                  </a:cubicBezTo>
                  <a:lnTo>
                    <a:pt x="9760" y="13791"/>
                  </a:lnTo>
                  <a:cubicBezTo>
                    <a:pt x="9981" y="13791"/>
                    <a:pt x="10158" y="13618"/>
                    <a:pt x="10158" y="13396"/>
                  </a:cubicBezTo>
                  <a:lnTo>
                    <a:pt x="10158" y="11373"/>
                  </a:lnTo>
                  <a:cubicBezTo>
                    <a:pt x="10158" y="11152"/>
                    <a:pt x="9981" y="10964"/>
                    <a:pt x="9760" y="10964"/>
                  </a:cubicBezTo>
                  <a:lnTo>
                    <a:pt x="9140" y="10964"/>
                  </a:lnTo>
                  <a:lnTo>
                    <a:pt x="9140" y="9993"/>
                  </a:lnTo>
                  <a:lnTo>
                    <a:pt x="11993" y="9993"/>
                  </a:lnTo>
                  <a:lnTo>
                    <a:pt x="11993" y="10964"/>
                  </a:lnTo>
                  <a:lnTo>
                    <a:pt x="11373" y="10964"/>
                  </a:lnTo>
                  <a:cubicBezTo>
                    <a:pt x="11151" y="10964"/>
                    <a:pt x="10975" y="11152"/>
                    <a:pt x="10975" y="11373"/>
                  </a:cubicBezTo>
                  <a:lnTo>
                    <a:pt x="10975" y="13396"/>
                  </a:lnTo>
                  <a:cubicBezTo>
                    <a:pt x="10975" y="13618"/>
                    <a:pt x="11151" y="13791"/>
                    <a:pt x="11373" y="13791"/>
                  </a:cubicBezTo>
                  <a:lnTo>
                    <a:pt x="13396" y="13791"/>
                  </a:lnTo>
                  <a:cubicBezTo>
                    <a:pt x="13617" y="13791"/>
                    <a:pt x="13805" y="13618"/>
                    <a:pt x="13805" y="13396"/>
                  </a:cubicBezTo>
                  <a:lnTo>
                    <a:pt x="13805" y="11373"/>
                  </a:lnTo>
                  <a:cubicBezTo>
                    <a:pt x="13805" y="11152"/>
                    <a:pt x="13617" y="10964"/>
                    <a:pt x="13396" y="10964"/>
                  </a:cubicBezTo>
                  <a:lnTo>
                    <a:pt x="12798" y="10964"/>
                  </a:lnTo>
                  <a:lnTo>
                    <a:pt x="12798" y="9598"/>
                  </a:lnTo>
                  <a:cubicBezTo>
                    <a:pt x="12798" y="9373"/>
                    <a:pt x="12624" y="9188"/>
                    <a:pt x="12402" y="9188"/>
                  </a:cubicBezTo>
                  <a:lnTo>
                    <a:pt x="7305" y="9188"/>
                  </a:lnTo>
                  <a:lnTo>
                    <a:pt x="7305" y="8358"/>
                  </a:lnTo>
                  <a:lnTo>
                    <a:pt x="7549" y="8358"/>
                  </a:lnTo>
                  <a:cubicBezTo>
                    <a:pt x="8065" y="8358"/>
                    <a:pt x="8486" y="7926"/>
                    <a:pt x="8486" y="7409"/>
                  </a:cubicBezTo>
                  <a:lnTo>
                    <a:pt x="8486" y="6254"/>
                  </a:lnTo>
                  <a:cubicBezTo>
                    <a:pt x="8486" y="5973"/>
                    <a:pt x="8638" y="5693"/>
                    <a:pt x="8882" y="5482"/>
                  </a:cubicBezTo>
                  <a:cubicBezTo>
                    <a:pt x="9597" y="4899"/>
                    <a:pt x="10018" y="4021"/>
                    <a:pt x="10018" y="3098"/>
                  </a:cubicBezTo>
                  <a:cubicBezTo>
                    <a:pt x="10018" y="1392"/>
                    <a:pt x="8615" y="1"/>
                    <a:pt x="6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4" name="Google Shape;1094;p42"/>
            <p:cNvSpPr/>
            <p:nvPr/>
          </p:nvSpPr>
          <p:spPr>
            <a:xfrm>
              <a:off x="5782663" y="2748350"/>
              <a:ext cx="40350" cy="20200"/>
            </a:xfrm>
            <a:custGeom>
              <a:avLst/>
              <a:gdLst/>
              <a:ahLst/>
              <a:cxnLst/>
              <a:rect l="l" t="t" r="r" b="b"/>
              <a:pathLst>
                <a:path w="1614" h="808" extrusionOk="0">
                  <a:moveTo>
                    <a:pt x="398" y="0"/>
                  </a:moveTo>
                  <a:cubicBezTo>
                    <a:pt x="177" y="0"/>
                    <a:pt x="0" y="188"/>
                    <a:pt x="0" y="410"/>
                  </a:cubicBezTo>
                  <a:cubicBezTo>
                    <a:pt x="0" y="631"/>
                    <a:pt x="177" y="808"/>
                    <a:pt x="398" y="808"/>
                  </a:cubicBezTo>
                  <a:lnTo>
                    <a:pt x="1204" y="808"/>
                  </a:lnTo>
                  <a:cubicBezTo>
                    <a:pt x="1439" y="808"/>
                    <a:pt x="1613" y="631"/>
                    <a:pt x="1613" y="410"/>
                  </a:cubicBezTo>
                  <a:cubicBezTo>
                    <a:pt x="1613" y="188"/>
                    <a:pt x="1439" y="0"/>
                    <a:pt x="1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5" name="Google Shape;1095;p42"/>
            <p:cNvSpPr/>
            <p:nvPr/>
          </p:nvSpPr>
          <p:spPr>
            <a:xfrm>
              <a:off x="5774438" y="2694450"/>
              <a:ext cx="40700" cy="30375"/>
            </a:xfrm>
            <a:custGeom>
              <a:avLst/>
              <a:gdLst/>
              <a:ahLst/>
              <a:cxnLst/>
              <a:rect l="l" t="t" r="r" b="b"/>
              <a:pathLst>
                <a:path w="1628" h="1215" extrusionOk="0">
                  <a:moveTo>
                    <a:pt x="1158" y="1"/>
                  </a:moveTo>
                  <a:cubicBezTo>
                    <a:pt x="1091" y="1"/>
                    <a:pt x="1022" y="18"/>
                    <a:pt x="960" y="52"/>
                  </a:cubicBezTo>
                  <a:lnTo>
                    <a:pt x="259" y="462"/>
                  </a:lnTo>
                  <a:cubicBezTo>
                    <a:pt x="60" y="565"/>
                    <a:pt x="1" y="824"/>
                    <a:pt x="107" y="1011"/>
                  </a:cubicBezTo>
                  <a:cubicBezTo>
                    <a:pt x="186" y="1145"/>
                    <a:pt x="322" y="1214"/>
                    <a:pt x="459" y="1214"/>
                  </a:cubicBezTo>
                  <a:cubicBezTo>
                    <a:pt x="527" y="1214"/>
                    <a:pt x="595" y="1197"/>
                    <a:pt x="657" y="1163"/>
                  </a:cubicBezTo>
                  <a:lnTo>
                    <a:pt x="1359" y="753"/>
                  </a:lnTo>
                  <a:cubicBezTo>
                    <a:pt x="1558" y="650"/>
                    <a:pt x="1628" y="403"/>
                    <a:pt x="1510" y="204"/>
                  </a:cubicBezTo>
                  <a:cubicBezTo>
                    <a:pt x="1431" y="70"/>
                    <a:pt x="1296" y="1"/>
                    <a:pt x="11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6" name="Google Shape;1096;p42"/>
            <p:cNvSpPr/>
            <p:nvPr/>
          </p:nvSpPr>
          <p:spPr>
            <a:xfrm>
              <a:off x="5774438" y="2792200"/>
              <a:ext cx="40700" cy="30350"/>
            </a:xfrm>
            <a:custGeom>
              <a:avLst/>
              <a:gdLst/>
              <a:ahLst/>
              <a:cxnLst/>
              <a:rect l="l" t="t" r="r" b="b"/>
              <a:pathLst>
                <a:path w="1628" h="1214" extrusionOk="0">
                  <a:moveTo>
                    <a:pt x="457" y="0"/>
                  </a:moveTo>
                  <a:cubicBezTo>
                    <a:pt x="320" y="0"/>
                    <a:pt x="186" y="73"/>
                    <a:pt x="107" y="199"/>
                  </a:cubicBezTo>
                  <a:cubicBezTo>
                    <a:pt x="1" y="398"/>
                    <a:pt x="60" y="642"/>
                    <a:pt x="259" y="760"/>
                  </a:cubicBezTo>
                  <a:lnTo>
                    <a:pt x="960" y="1158"/>
                  </a:lnTo>
                  <a:cubicBezTo>
                    <a:pt x="1023" y="1196"/>
                    <a:pt x="1091" y="1214"/>
                    <a:pt x="1159" y="1214"/>
                  </a:cubicBezTo>
                  <a:cubicBezTo>
                    <a:pt x="1296" y="1214"/>
                    <a:pt x="1431" y="1141"/>
                    <a:pt x="1510" y="1018"/>
                  </a:cubicBezTo>
                  <a:cubicBezTo>
                    <a:pt x="1628" y="819"/>
                    <a:pt x="1558" y="572"/>
                    <a:pt x="1359" y="457"/>
                  </a:cubicBezTo>
                  <a:lnTo>
                    <a:pt x="657" y="58"/>
                  </a:lnTo>
                  <a:cubicBezTo>
                    <a:pt x="594" y="19"/>
                    <a:pt x="525" y="0"/>
                    <a:pt x="4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7" name="Google Shape;1097;p42"/>
            <p:cNvSpPr/>
            <p:nvPr/>
          </p:nvSpPr>
          <p:spPr>
            <a:xfrm>
              <a:off x="5546513" y="2748350"/>
              <a:ext cx="40700" cy="20200"/>
            </a:xfrm>
            <a:custGeom>
              <a:avLst/>
              <a:gdLst/>
              <a:ahLst/>
              <a:cxnLst/>
              <a:rect l="l" t="t" r="r" b="b"/>
              <a:pathLst>
                <a:path w="1628" h="808" extrusionOk="0">
                  <a:moveTo>
                    <a:pt x="410" y="0"/>
                  </a:moveTo>
                  <a:cubicBezTo>
                    <a:pt x="188" y="0"/>
                    <a:pt x="1" y="188"/>
                    <a:pt x="1" y="410"/>
                  </a:cubicBezTo>
                  <a:cubicBezTo>
                    <a:pt x="1" y="631"/>
                    <a:pt x="188" y="808"/>
                    <a:pt x="410" y="808"/>
                  </a:cubicBezTo>
                  <a:lnTo>
                    <a:pt x="1218" y="808"/>
                  </a:lnTo>
                  <a:cubicBezTo>
                    <a:pt x="1440" y="808"/>
                    <a:pt x="1628" y="631"/>
                    <a:pt x="1628" y="410"/>
                  </a:cubicBezTo>
                  <a:cubicBezTo>
                    <a:pt x="1628" y="188"/>
                    <a:pt x="1440"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8" name="Google Shape;1098;p42"/>
            <p:cNvSpPr/>
            <p:nvPr/>
          </p:nvSpPr>
          <p:spPr>
            <a:xfrm>
              <a:off x="5554713" y="2694450"/>
              <a:ext cx="40650" cy="30375"/>
            </a:xfrm>
            <a:custGeom>
              <a:avLst/>
              <a:gdLst/>
              <a:ahLst/>
              <a:cxnLst/>
              <a:rect l="l" t="t" r="r" b="b"/>
              <a:pathLst>
                <a:path w="1626" h="1215" extrusionOk="0">
                  <a:moveTo>
                    <a:pt x="462" y="1"/>
                  </a:moveTo>
                  <a:cubicBezTo>
                    <a:pt x="321" y="1"/>
                    <a:pt x="184" y="70"/>
                    <a:pt x="107" y="204"/>
                  </a:cubicBezTo>
                  <a:cubicBezTo>
                    <a:pt x="1" y="403"/>
                    <a:pt x="60" y="650"/>
                    <a:pt x="259" y="753"/>
                  </a:cubicBezTo>
                  <a:lnTo>
                    <a:pt x="960" y="1163"/>
                  </a:lnTo>
                  <a:cubicBezTo>
                    <a:pt x="1021" y="1197"/>
                    <a:pt x="1090" y="1214"/>
                    <a:pt x="1159" y="1214"/>
                  </a:cubicBezTo>
                  <a:cubicBezTo>
                    <a:pt x="1299" y="1214"/>
                    <a:pt x="1439" y="1145"/>
                    <a:pt x="1510" y="1011"/>
                  </a:cubicBezTo>
                  <a:cubicBezTo>
                    <a:pt x="1625" y="824"/>
                    <a:pt x="1555" y="565"/>
                    <a:pt x="1356" y="462"/>
                  </a:cubicBezTo>
                  <a:lnTo>
                    <a:pt x="668" y="52"/>
                  </a:lnTo>
                  <a:cubicBezTo>
                    <a:pt x="603" y="18"/>
                    <a:pt x="532" y="1"/>
                    <a:pt x="4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9" name="Google Shape;1099;p42"/>
            <p:cNvSpPr/>
            <p:nvPr/>
          </p:nvSpPr>
          <p:spPr>
            <a:xfrm>
              <a:off x="5554713" y="2792200"/>
              <a:ext cx="40650" cy="30350"/>
            </a:xfrm>
            <a:custGeom>
              <a:avLst/>
              <a:gdLst/>
              <a:ahLst/>
              <a:cxnLst/>
              <a:rect l="l" t="t" r="r" b="b"/>
              <a:pathLst>
                <a:path w="1626" h="1214" extrusionOk="0">
                  <a:moveTo>
                    <a:pt x="1162" y="0"/>
                  </a:moveTo>
                  <a:cubicBezTo>
                    <a:pt x="1092" y="0"/>
                    <a:pt x="1022" y="19"/>
                    <a:pt x="960" y="58"/>
                  </a:cubicBezTo>
                  <a:lnTo>
                    <a:pt x="259" y="457"/>
                  </a:lnTo>
                  <a:cubicBezTo>
                    <a:pt x="60" y="572"/>
                    <a:pt x="1" y="819"/>
                    <a:pt x="107" y="1018"/>
                  </a:cubicBezTo>
                  <a:cubicBezTo>
                    <a:pt x="184" y="1141"/>
                    <a:pt x="320" y="1214"/>
                    <a:pt x="461" y="1214"/>
                  </a:cubicBezTo>
                  <a:cubicBezTo>
                    <a:pt x="531" y="1214"/>
                    <a:pt x="602" y="1196"/>
                    <a:pt x="668" y="1158"/>
                  </a:cubicBezTo>
                  <a:lnTo>
                    <a:pt x="1356" y="760"/>
                  </a:lnTo>
                  <a:cubicBezTo>
                    <a:pt x="1555" y="642"/>
                    <a:pt x="1625" y="398"/>
                    <a:pt x="1510" y="199"/>
                  </a:cubicBezTo>
                  <a:cubicBezTo>
                    <a:pt x="1439" y="73"/>
                    <a:pt x="1301" y="0"/>
                    <a:pt x="11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01" name="Google Shape;1101;p42"/>
          <p:cNvSpPr/>
          <p:nvPr/>
        </p:nvSpPr>
        <p:spPr>
          <a:xfrm>
            <a:off x="1438450" y="1267700"/>
            <a:ext cx="345150" cy="344900"/>
          </a:xfrm>
          <a:custGeom>
            <a:avLst/>
            <a:gdLst/>
            <a:ahLst/>
            <a:cxnLst/>
            <a:rect l="l" t="t" r="r" b="b"/>
            <a:pathLst>
              <a:path w="13806" h="13796" extrusionOk="0">
                <a:moveTo>
                  <a:pt x="2561" y="880"/>
                </a:moveTo>
                <a:lnTo>
                  <a:pt x="3964" y="1747"/>
                </a:lnTo>
                <a:lnTo>
                  <a:pt x="2561" y="2622"/>
                </a:lnTo>
                <a:lnTo>
                  <a:pt x="1170" y="1747"/>
                </a:lnTo>
                <a:lnTo>
                  <a:pt x="2561" y="880"/>
                </a:lnTo>
                <a:close/>
                <a:moveTo>
                  <a:pt x="11247" y="880"/>
                </a:moveTo>
                <a:lnTo>
                  <a:pt x="12638" y="1747"/>
                </a:lnTo>
                <a:lnTo>
                  <a:pt x="11247" y="2622"/>
                </a:lnTo>
                <a:lnTo>
                  <a:pt x="9855" y="1747"/>
                </a:lnTo>
                <a:lnTo>
                  <a:pt x="11247" y="880"/>
                </a:lnTo>
                <a:close/>
                <a:moveTo>
                  <a:pt x="808" y="2482"/>
                </a:moveTo>
                <a:lnTo>
                  <a:pt x="2152" y="3323"/>
                </a:lnTo>
                <a:lnTo>
                  <a:pt x="2152" y="5065"/>
                </a:lnTo>
                <a:lnTo>
                  <a:pt x="808" y="4224"/>
                </a:lnTo>
                <a:lnTo>
                  <a:pt x="808" y="2482"/>
                </a:lnTo>
                <a:close/>
                <a:moveTo>
                  <a:pt x="4315" y="2482"/>
                </a:moveTo>
                <a:lnTo>
                  <a:pt x="4315" y="4224"/>
                </a:lnTo>
                <a:lnTo>
                  <a:pt x="2971" y="5065"/>
                </a:lnTo>
                <a:lnTo>
                  <a:pt x="2971" y="3323"/>
                </a:lnTo>
                <a:lnTo>
                  <a:pt x="4315" y="2482"/>
                </a:lnTo>
                <a:close/>
                <a:moveTo>
                  <a:pt x="9493" y="2482"/>
                </a:moveTo>
                <a:lnTo>
                  <a:pt x="10837" y="3323"/>
                </a:lnTo>
                <a:lnTo>
                  <a:pt x="10837" y="5065"/>
                </a:lnTo>
                <a:lnTo>
                  <a:pt x="9493" y="4224"/>
                </a:lnTo>
                <a:lnTo>
                  <a:pt x="9493" y="2482"/>
                </a:lnTo>
                <a:close/>
                <a:moveTo>
                  <a:pt x="13000" y="2482"/>
                </a:moveTo>
                <a:lnTo>
                  <a:pt x="13000" y="4224"/>
                </a:lnTo>
                <a:lnTo>
                  <a:pt x="11642" y="5065"/>
                </a:lnTo>
                <a:lnTo>
                  <a:pt x="11642" y="3323"/>
                </a:lnTo>
                <a:lnTo>
                  <a:pt x="13000" y="2482"/>
                </a:lnTo>
                <a:close/>
                <a:moveTo>
                  <a:pt x="2561" y="8479"/>
                </a:moveTo>
                <a:lnTo>
                  <a:pt x="3964" y="9355"/>
                </a:lnTo>
                <a:lnTo>
                  <a:pt x="2561" y="10219"/>
                </a:lnTo>
                <a:lnTo>
                  <a:pt x="1170" y="9355"/>
                </a:lnTo>
                <a:lnTo>
                  <a:pt x="2561" y="8479"/>
                </a:lnTo>
                <a:close/>
                <a:moveTo>
                  <a:pt x="11247" y="8479"/>
                </a:moveTo>
                <a:lnTo>
                  <a:pt x="12638" y="9355"/>
                </a:lnTo>
                <a:lnTo>
                  <a:pt x="11247" y="10219"/>
                </a:lnTo>
                <a:lnTo>
                  <a:pt x="9855" y="9355"/>
                </a:lnTo>
                <a:lnTo>
                  <a:pt x="11247" y="8479"/>
                </a:lnTo>
                <a:close/>
                <a:moveTo>
                  <a:pt x="8685" y="2961"/>
                </a:moveTo>
                <a:lnTo>
                  <a:pt x="8685" y="4445"/>
                </a:lnTo>
                <a:cubicBezTo>
                  <a:pt x="8685" y="4586"/>
                  <a:pt x="8756" y="4715"/>
                  <a:pt x="8873" y="4785"/>
                </a:cubicBezTo>
                <a:lnTo>
                  <a:pt x="10837" y="6025"/>
                </a:lnTo>
                <a:lnTo>
                  <a:pt x="10837" y="7778"/>
                </a:lnTo>
                <a:lnTo>
                  <a:pt x="8873" y="9015"/>
                </a:lnTo>
                <a:cubicBezTo>
                  <a:pt x="8756" y="9085"/>
                  <a:pt x="8685" y="9214"/>
                  <a:pt x="8685" y="9355"/>
                </a:cubicBezTo>
                <a:lnTo>
                  <a:pt x="8685" y="10839"/>
                </a:lnTo>
                <a:lnTo>
                  <a:pt x="5120" y="10839"/>
                </a:lnTo>
                <a:lnTo>
                  <a:pt x="5120" y="9355"/>
                </a:lnTo>
                <a:cubicBezTo>
                  <a:pt x="5120" y="9214"/>
                  <a:pt x="5050" y="9085"/>
                  <a:pt x="4935" y="9015"/>
                </a:cubicBezTo>
                <a:lnTo>
                  <a:pt x="2971" y="7778"/>
                </a:lnTo>
                <a:lnTo>
                  <a:pt x="2971" y="6025"/>
                </a:lnTo>
                <a:lnTo>
                  <a:pt x="4935" y="4785"/>
                </a:lnTo>
                <a:cubicBezTo>
                  <a:pt x="5050" y="4715"/>
                  <a:pt x="5120" y="4586"/>
                  <a:pt x="5120" y="4445"/>
                </a:cubicBezTo>
                <a:lnTo>
                  <a:pt x="5120" y="2961"/>
                </a:lnTo>
                <a:close/>
                <a:moveTo>
                  <a:pt x="808" y="10078"/>
                </a:moveTo>
                <a:lnTo>
                  <a:pt x="2152" y="10920"/>
                </a:lnTo>
                <a:lnTo>
                  <a:pt x="2152" y="12662"/>
                </a:lnTo>
                <a:lnTo>
                  <a:pt x="808" y="11821"/>
                </a:lnTo>
                <a:lnTo>
                  <a:pt x="808" y="10078"/>
                </a:lnTo>
                <a:close/>
                <a:moveTo>
                  <a:pt x="4315" y="10078"/>
                </a:moveTo>
                <a:lnTo>
                  <a:pt x="4315" y="11821"/>
                </a:lnTo>
                <a:lnTo>
                  <a:pt x="2971" y="12662"/>
                </a:lnTo>
                <a:lnTo>
                  <a:pt x="2971" y="10920"/>
                </a:lnTo>
                <a:lnTo>
                  <a:pt x="4315" y="10078"/>
                </a:lnTo>
                <a:close/>
                <a:moveTo>
                  <a:pt x="9493" y="10078"/>
                </a:moveTo>
                <a:lnTo>
                  <a:pt x="10837" y="10920"/>
                </a:lnTo>
                <a:lnTo>
                  <a:pt x="10837" y="12662"/>
                </a:lnTo>
                <a:lnTo>
                  <a:pt x="9493" y="11821"/>
                </a:lnTo>
                <a:lnTo>
                  <a:pt x="9493" y="10078"/>
                </a:lnTo>
                <a:close/>
                <a:moveTo>
                  <a:pt x="13000" y="10078"/>
                </a:moveTo>
                <a:lnTo>
                  <a:pt x="13000" y="11821"/>
                </a:lnTo>
                <a:lnTo>
                  <a:pt x="11642" y="12662"/>
                </a:lnTo>
                <a:lnTo>
                  <a:pt x="11642" y="10920"/>
                </a:lnTo>
                <a:lnTo>
                  <a:pt x="13000" y="10078"/>
                </a:lnTo>
                <a:close/>
                <a:moveTo>
                  <a:pt x="2561" y="0"/>
                </a:moveTo>
                <a:cubicBezTo>
                  <a:pt x="2489" y="0"/>
                  <a:pt x="2416" y="21"/>
                  <a:pt x="2351" y="63"/>
                </a:cubicBezTo>
                <a:lnTo>
                  <a:pt x="188" y="1407"/>
                </a:lnTo>
                <a:cubicBezTo>
                  <a:pt x="70" y="1477"/>
                  <a:pt x="0" y="1618"/>
                  <a:pt x="0" y="1747"/>
                </a:cubicBezTo>
                <a:lnTo>
                  <a:pt x="0" y="4445"/>
                </a:lnTo>
                <a:cubicBezTo>
                  <a:pt x="0" y="4586"/>
                  <a:pt x="70" y="4715"/>
                  <a:pt x="188" y="4785"/>
                </a:cubicBezTo>
                <a:lnTo>
                  <a:pt x="2152" y="6025"/>
                </a:lnTo>
                <a:lnTo>
                  <a:pt x="2152" y="7778"/>
                </a:lnTo>
                <a:lnTo>
                  <a:pt x="188" y="9015"/>
                </a:lnTo>
                <a:cubicBezTo>
                  <a:pt x="70" y="9085"/>
                  <a:pt x="0" y="9214"/>
                  <a:pt x="0" y="9355"/>
                </a:cubicBezTo>
                <a:lnTo>
                  <a:pt x="0" y="12056"/>
                </a:lnTo>
                <a:cubicBezTo>
                  <a:pt x="0" y="12182"/>
                  <a:pt x="70" y="12323"/>
                  <a:pt x="188" y="12393"/>
                </a:cubicBezTo>
                <a:lnTo>
                  <a:pt x="2351" y="13739"/>
                </a:lnTo>
                <a:cubicBezTo>
                  <a:pt x="2410" y="13784"/>
                  <a:pt x="2491" y="13795"/>
                  <a:pt x="2561" y="13795"/>
                </a:cubicBezTo>
                <a:cubicBezTo>
                  <a:pt x="2632" y="13795"/>
                  <a:pt x="2713" y="13784"/>
                  <a:pt x="2772" y="13739"/>
                </a:cubicBezTo>
                <a:lnTo>
                  <a:pt x="4935" y="12393"/>
                </a:lnTo>
                <a:cubicBezTo>
                  <a:pt x="5050" y="12323"/>
                  <a:pt x="5120" y="12182"/>
                  <a:pt x="5120" y="12056"/>
                </a:cubicBezTo>
                <a:lnTo>
                  <a:pt x="5120" y="11647"/>
                </a:lnTo>
                <a:lnTo>
                  <a:pt x="8685" y="11647"/>
                </a:lnTo>
                <a:lnTo>
                  <a:pt x="8685" y="12056"/>
                </a:lnTo>
                <a:cubicBezTo>
                  <a:pt x="8685" y="12182"/>
                  <a:pt x="8756" y="12323"/>
                  <a:pt x="8873" y="12393"/>
                </a:cubicBezTo>
                <a:lnTo>
                  <a:pt x="11025" y="13739"/>
                </a:lnTo>
                <a:cubicBezTo>
                  <a:pt x="11095" y="13784"/>
                  <a:pt x="11165" y="13795"/>
                  <a:pt x="11247" y="13795"/>
                </a:cubicBezTo>
                <a:cubicBezTo>
                  <a:pt x="11317" y="13795"/>
                  <a:pt x="11387" y="13784"/>
                  <a:pt x="11457" y="13739"/>
                </a:cubicBezTo>
                <a:lnTo>
                  <a:pt x="13620" y="12393"/>
                </a:lnTo>
                <a:cubicBezTo>
                  <a:pt x="13735" y="12323"/>
                  <a:pt x="13805" y="12182"/>
                  <a:pt x="13805" y="12056"/>
                </a:cubicBezTo>
                <a:lnTo>
                  <a:pt x="13805" y="9355"/>
                </a:lnTo>
                <a:cubicBezTo>
                  <a:pt x="13805" y="9214"/>
                  <a:pt x="13735" y="9085"/>
                  <a:pt x="13620" y="9015"/>
                </a:cubicBezTo>
                <a:lnTo>
                  <a:pt x="11642" y="7778"/>
                </a:lnTo>
                <a:lnTo>
                  <a:pt x="11642" y="6025"/>
                </a:lnTo>
                <a:lnTo>
                  <a:pt x="13620" y="4785"/>
                </a:lnTo>
                <a:cubicBezTo>
                  <a:pt x="13735" y="4715"/>
                  <a:pt x="13805" y="4586"/>
                  <a:pt x="13805" y="4445"/>
                </a:cubicBezTo>
                <a:lnTo>
                  <a:pt x="13805" y="1747"/>
                </a:lnTo>
                <a:cubicBezTo>
                  <a:pt x="13805" y="1618"/>
                  <a:pt x="13735" y="1477"/>
                  <a:pt x="13620" y="1407"/>
                </a:cubicBezTo>
                <a:lnTo>
                  <a:pt x="11457" y="63"/>
                </a:lnTo>
                <a:cubicBezTo>
                  <a:pt x="11393" y="21"/>
                  <a:pt x="11320" y="0"/>
                  <a:pt x="11245" y="0"/>
                </a:cubicBezTo>
                <a:cubicBezTo>
                  <a:pt x="11171" y="0"/>
                  <a:pt x="11095" y="21"/>
                  <a:pt x="11025" y="63"/>
                </a:cubicBezTo>
                <a:lnTo>
                  <a:pt x="8873" y="1407"/>
                </a:lnTo>
                <a:cubicBezTo>
                  <a:pt x="8756" y="1477"/>
                  <a:pt x="8685" y="1618"/>
                  <a:pt x="8685" y="1747"/>
                </a:cubicBezTo>
                <a:lnTo>
                  <a:pt x="8685" y="2153"/>
                </a:lnTo>
                <a:lnTo>
                  <a:pt x="5120" y="2153"/>
                </a:lnTo>
                <a:lnTo>
                  <a:pt x="5120" y="1747"/>
                </a:lnTo>
                <a:cubicBezTo>
                  <a:pt x="5120" y="1618"/>
                  <a:pt x="5050" y="1477"/>
                  <a:pt x="4935" y="1407"/>
                </a:cubicBezTo>
                <a:lnTo>
                  <a:pt x="2772" y="63"/>
                </a:lnTo>
                <a:cubicBezTo>
                  <a:pt x="2707" y="21"/>
                  <a:pt x="2634" y="0"/>
                  <a:pt x="25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1102" name="Google Shape;1102;p42"/>
          <p:cNvGrpSpPr/>
          <p:nvPr/>
        </p:nvGrpSpPr>
        <p:grpSpPr>
          <a:xfrm>
            <a:off x="4277875" y="1243300"/>
            <a:ext cx="346550" cy="344900"/>
            <a:chOff x="3239763" y="2681150"/>
            <a:chExt cx="346550" cy="344900"/>
          </a:xfrm>
        </p:grpSpPr>
        <p:sp>
          <p:nvSpPr>
            <p:cNvPr id="1103" name="Google Shape;1103;p42"/>
            <p:cNvSpPr/>
            <p:nvPr/>
          </p:nvSpPr>
          <p:spPr>
            <a:xfrm>
              <a:off x="3344688" y="2763625"/>
              <a:ext cx="136775" cy="43900"/>
            </a:xfrm>
            <a:custGeom>
              <a:avLst/>
              <a:gdLst/>
              <a:ahLst/>
              <a:cxnLst/>
              <a:rect l="l" t="t" r="r" b="b"/>
              <a:pathLst>
                <a:path w="5471" h="1756" extrusionOk="0">
                  <a:moveTo>
                    <a:pt x="2738" y="1"/>
                  </a:moveTo>
                  <a:cubicBezTo>
                    <a:pt x="1808" y="1"/>
                    <a:pt x="876" y="354"/>
                    <a:pt x="163" y="1061"/>
                  </a:cubicBezTo>
                  <a:cubicBezTo>
                    <a:pt x="0" y="1224"/>
                    <a:pt x="0" y="1482"/>
                    <a:pt x="163" y="1633"/>
                  </a:cubicBezTo>
                  <a:cubicBezTo>
                    <a:pt x="245" y="1715"/>
                    <a:pt x="347" y="1755"/>
                    <a:pt x="449" y="1755"/>
                  </a:cubicBezTo>
                  <a:cubicBezTo>
                    <a:pt x="552" y="1755"/>
                    <a:pt x="654" y="1715"/>
                    <a:pt x="735" y="1633"/>
                  </a:cubicBezTo>
                  <a:cubicBezTo>
                    <a:pt x="1291" y="1083"/>
                    <a:pt x="2015" y="809"/>
                    <a:pt x="2738" y="809"/>
                  </a:cubicBezTo>
                  <a:cubicBezTo>
                    <a:pt x="3462" y="809"/>
                    <a:pt x="4183" y="1083"/>
                    <a:pt x="4733" y="1633"/>
                  </a:cubicBezTo>
                  <a:cubicBezTo>
                    <a:pt x="4814" y="1715"/>
                    <a:pt x="4920" y="1755"/>
                    <a:pt x="5023" y="1755"/>
                  </a:cubicBezTo>
                  <a:cubicBezTo>
                    <a:pt x="5127" y="1755"/>
                    <a:pt x="5230" y="1715"/>
                    <a:pt x="5305" y="1633"/>
                  </a:cubicBezTo>
                  <a:cubicBezTo>
                    <a:pt x="5471" y="1482"/>
                    <a:pt x="5471" y="1224"/>
                    <a:pt x="5305" y="1061"/>
                  </a:cubicBezTo>
                  <a:cubicBezTo>
                    <a:pt x="4598" y="354"/>
                    <a:pt x="3669" y="1"/>
                    <a:pt x="2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4" name="Google Shape;1104;p42"/>
            <p:cNvSpPr/>
            <p:nvPr/>
          </p:nvSpPr>
          <p:spPr>
            <a:xfrm>
              <a:off x="3373313" y="2804075"/>
              <a:ext cx="79475" cy="32100"/>
            </a:xfrm>
            <a:custGeom>
              <a:avLst/>
              <a:gdLst/>
              <a:ahLst/>
              <a:cxnLst/>
              <a:rect l="l" t="t" r="r" b="b"/>
              <a:pathLst>
                <a:path w="3179" h="1284" extrusionOk="0">
                  <a:moveTo>
                    <a:pt x="1591" y="1"/>
                  </a:moveTo>
                  <a:cubicBezTo>
                    <a:pt x="1072" y="1"/>
                    <a:pt x="554" y="196"/>
                    <a:pt x="163" y="588"/>
                  </a:cubicBezTo>
                  <a:cubicBezTo>
                    <a:pt x="0" y="753"/>
                    <a:pt x="0" y="997"/>
                    <a:pt x="163" y="1160"/>
                  </a:cubicBezTo>
                  <a:cubicBezTo>
                    <a:pt x="238" y="1243"/>
                    <a:pt x="341" y="1284"/>
                    <a:pt x="445" y="1284"/>
                  </a:cubicBezTo>
                  <a:cubicBezTo>
                    <a:pt x="548" y="1284"/>
                    <a:pt x="654" y="1243"/>
                    <a:pt x="735" y="1160"/>
                  </a:cubicBezTo>
                  <a:cubicBezTo>
                    <a:pt x="969" y="927"/>
                    <a:pt x="1279" y="811"/>
                    <a:pt x="1591" y="811"/>
                  </a:cubicBezTo>
                  <a:cubicBezTo>
                    <a:pt x="1902" y="811"/>
                    <a:pt x="2215" y="927"/>
                    <a:pt x="2455" y="1160"/>
                  </a:cubicBezTo>
                  <a:cubicBezTo>
                    <a:pt x="2530" y="1243"/>
                    <a:pt x="2633" y="1284"/>
                    <a:pt x="2737" y="1284"/>
                  </a:cubicBezTo>
                  <a:cubicBezTo>
                    <a:pt x="2840" y="1284"/>
                    <a:pt x="2946" y="1243"/>
                    <a:pt x="3027" y="1160"/>
                  </a:cubicBezTo>
                  <a:cubicBezTo>
                    <a:pt x="3178" y="997"/>
                    <a:pt x="3178" y="753"/>
                    <a:pt x="3027" y="588"/>
                  </a:cubicBezTo>
                  <a:cubicBezTo>
                    <a:pt x="2630" y="196"/>
                    <a:pt x="2110" y="1"/>
                    <a:pt x="15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5" name="Google Shape;1105;p42"/>
            <p:cNvSpPr/>
            <p:nvPr/>
          </p:nvSpPr>
          <p:spPr>
            <a:xfrm>
              <a:off x="3403113" y="2844500"/>
              <a:ext cx="20150" cy="20150"/>
            </a:xfrm>
            <a:custGeom>
              <a:avLst/>
              <a:gdLst/>
              <a:ahLst/>
              <a:cxnLst/>
              <a:rect l="l" t="t" r="r" b="b"/>
              <a:pathLst>
                <a:path w="806" h="806" extrusionOk="0">
                  <a:moveTo>
                    <a:pt x="399" y="0"/>
                  </a:moveTo>
                  <a:cubicBezTo>
                    <a:pt x="174" y="0"/>
                    <a:pt x="0" y="174"/>
                    <a:pt x="0" y="398"/>
                  </a:cubicBezTo>
                  <a:cubicBezTo>
                    <a:pt x="0" y="631"/>
                    <a:pt x="174" y="805"/>
                    <a:pt x="399" y="805"/>
                  </a:cubicBezTo>
                  <a:cubicBezTo>
                    <a:pt x="620" y="805"/>
                    <a:pt x="805" y="631"/>
                    <a:pt x="805" y="398"/>
                  </a:cubicBezTo>
                  <a:cubicBezTo>
                    <a:pt x="805" y="174"/>
                    <a:pt x="620"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6" name="Google Shape;1106;p42"/>
            <p:cNvSpPr/>
            <p:nvPr/>
          </p:nvSpPr>
          <p:spPr>
            <a:xfrm>
              <a:off x="3239763" y="2681150"/>
              <a:ext cx="346550" cy="344900"/>
            </a:xfrm>
            <a:custGeom>
              <a:avLst/>
              <a:gdLst/>
              <a:ahLst/>
              <a:cxnLst/>
              <a:rect l="l" t="t" r="r" b="b"/>
              <a:pathLst>
                <a:path w="13862" h="13796" extrusionOk="0">
                  <a:moveTo>
                    <a:pt x="6394" y="806"/>
                  </a:moveTo>
                  <a:cubicBezTo>
                    <a:pt x="7143" y="806"/>
                    <a:pt x="7844" y="1041"/>
                    <a:pt x="8428" y="1485"/>
                  </a:cubicBezTo>
                  <a:cubicBezTo>
                    <a:pt x="8240" y="1602"/>
                    <a:pt x="8066" y="1743"/>
                    <a:pt x="7900" y="1905"/>
                  </a:cubicBezTo>
                  <a:cubicBezTo>
                    <a:pt x="7738" y="2057"/>
                    <a:pt x="7738" y="2315"/>
                    <a:pt x="7900" y="2478"/>
                  </a:cubicBezTo>
                  <a:cubicBezTo>
                    <a:pt x="7978" y="2553"/>
                    <a:pt x="8080" y="2591"/>
                    <a:pt x="8184" y="2591"/>
                  </a:cubicBezTo>
                  <a:cubicBezTo>
                    <a:pt x="8288" y="2591"/>
                    <a:pt x="8393" y="2553"/>
                    <a:pt x="8476" y="2478"/>
                  </a:cubicBezTo>
                  <a:cubicBezTo>
                    <a:pt x="8697" y="2245"/>
                    <a:pt x="8989" y="2079"/>
                    <a:pt x="9269" y="1987"/>
                  </a:cubicBezTo>
                  <a:cubicBezTo>
                    <a:pt x="9480" y="1917"/>
                    <a:pt x="9694" y="1883"/>
                    <a:pt x="9906" y="1883"/>
                  </a:cubicBezTo>
                  <a:cubicBezTo>
                    <a:pt x="10434" y="1883"/>
                    <a:pt x="10943" y="2093"/>
                    <a:pt x="11326" y="2478"/>
                  </a:cubicBezTo>
                  <a:cubicBezTo>
                    <a:pt x="11817" y="2969"/>
                    <a:pt x="12016" y="3659"/>
                    <a:pt x="11876" y="4338"/>
                  </a:cubicBezTo>
                  <a:cubicBezTo>
                    <a:pt x="11794" y="4699"/>
                    <a:pt x="11606" y="5061"/>
                    <a:pt x="11326" y="5331"/>
                  </a:cubicBezTo>
                  <a:cubicBezTo>
                    <a:pt x="11174" y="5493"/>
                    <a:pt x="11174" y="5751"/>
                    <a:pt x="11326" y="5903"/>
                  </a:cubicBezTo>
                  <a:cubicBezTo>
                    <a:pt x="11407" y="5984"/>
                    <a:pt x="11514" y="6021"/>
                    <a:pt x="11618" y="6021"/>
                  </a:cubicBezTo>
                  <a:cubicBezTo>
                    <a:pt x="11724" y="6021"/>
                    <a:pt x="11817" y="5984"/>
                    <a:pt x="11898" y="5903"/>
                  </a:cubicBezTo>
                  <a:cubicBezTo>
                    <a:pt x="12145" y="5656"/>
                    <a:pt x="12344" y="5376"/>
                    <a:pt x="12473" y="5084"/>
                  </a:cubicBezTo>
                  <a:cubicBezTo>
                    <a:pt x="12810" y="5401"/>
                    <a:pt x="12998" y="5855"/>
                    <a:pt x="12998" y="6335"/>
                  </a:cubicBezTo>
                  <a:cubicBezTo>
                    <a:pt x="12998" y="7294"/>
                    <a:pt x="12215" y="8077"/>
                    <a:pt x="11244" y="8077"/>
                  </a:cubicBezTo>
                  <a:lnTo>
                    <a:pt x="2618" y="8077"/>
                  </a:lnTo>
                  <a:cubicBezTo>
                    <a:pt x="1647" y="8077"/>
                    <a:pt x="865" y="7294"/>
                    <a:pt x="865" y="6335"/>
                  </a:cubicBezTo>
                  <a:cubicBezTo>
                    <a:pt x="865" y="5493"/>
                    <a:pt x="1462" y="4792"/>
                    <a:pt x="2245" y="4618"/>
                  </a:cubicBezTo>
                  <a:cubicBezTo>
                    <a:pt x="2279" y="5002"/>
                    <a:pt x="2374" y="5364"/>
                    <a:pt x="2514" y="5726"/>
                  </a:cubicBezTo>
                  <a:cubicBezTo>
                    <a:pt x="2576" y="5886"/>
                    <a:pt x="2725" y="5979"/>
                    <a:pt x="2886" y="5979"/>
                  </a:cubicBezTo>
                  <a:cubicBezTo>
                    <a:pt x="2936" y="5979"/>
                    <a:pt x="2988" y="5970"/>
                    <a:pt x="3039" y="5951"/>
                  </a:cubicBezTo>
                  <a:cubicBezTo>
                    <a:pt x="3249" y="5866"/>
                    <a:pt x="3342" y="5634"/>
                    <a:pt x="3260" y="5423"/>
                  </a:cubicBezTo>
                  <a:cubicBezTo>
                    <a:pt x="3109" y="5025"/>
                    <a:pt x="3028" y="4604"/>
                    <a:pt x="3028" y="4172"/>
                  </a:cubicBezTo>
                  <a:cubicBezTo>
                    <a:pt x="3028" y="2315"/>
                    <a:pt x="4534" y="806"/>
                    <a:pt x="6394" y="806"/>
                  </a:cubicBezTo>
                  <a:close/>
                  <a:moveTo>
                    <a:pt x="2618" y="12178"/>
                  </a:moveTo>
                  <a:cubicBezTo>
                    <a:pt x="2840" y="12178"/>
                    <a:pt x="3028" y="12366"/>
                    <a:pt x="3028" y="12588"/>
                  </a:cubicBezTo>
                  <a:cubicBezTo>
                    <a:pt x="3028" y="12810"/>
                    <a:pt x="2840" y="12986"/>
                    <a:pt x="2618" y="12986"/>
                  </a:cubicBezTo>
                  <a:cubicBezTo>
                    <a:pt x="2396" y="12986"/>
                    <a:pt x="2220" y="12810"/>
                    <a:pt x="2220" y="12588"/>
                  </a:cubicBezTo>
                  <a:cubicBezTo>
                    <a:pt x="2220" y="12366"/>
                    <a:pt x="2396" y="12178"/>
                    <a:pt x="2618" y="12178"/>
                  </a:cubicBezTo>
                  <a:close/>
                  <a:moveTo>
                    <a:pt x="6933" y="12178"/>
                  </a:moveTo>
                  <a:cubicBezTo>
                    <a:pt x="7154" y="12178"/>
                    <a:pt x="7339" y="12366"/>
                    <a:pt x="7339" y="12588"/>
                  </a:cubicBezTo>
                  <a:cubicBezTo>
                    <a:pt x="7339" y="12810"/>
                    <a:pt x="7154" y="12986"/>
                    <a:pt x="6933" y="12986"/>
                  </a:cubicBezTo>
                  <a:cubicBezTo>
                    <a:pt x="6708" y="12986"/>
                    <a:pt x="6534" y="12810"/>
                    <a:pt x="6534" y="12588"/>
                  </a:cubicBezTo>
                  <a:cubicBezTo>
                    <a:pt x="6534" y="12366"/>
                    <a:pt x="6708" y="12178"/>
                    <a:pt x="6933" y="12178"/>
                  </a:cubicBezTo>
                  <a:close/>
                  <a:moveTo>
                    <a:pt x="11244" y="12178"/>
                  </a:moveTo>
                  <a:cubicBezTo>
                    <a:pt x="11466" y="12178"/>
                    <a:pt x="11654" y="12366"/>
                    <a:pt x="11654" y="12588"/>
                  </a:cubicBezTo>
                  <a:cubicBezTo>
                    <a:pt x="11654" y="12810"/>
                    <a:pt x="11466" y="12986"/>
                    <a:pt x="11244" y="12986"/>
                  </a:cubicBezTo>
                  <a:cubicBezTo>
                    <a:pt x="11023" y="12986"/>
                    <a:pt x="10846" y="12810"/>
                    <a:pt x="10846" y="12588"/>
                  </a:cubicBezTo>
                  <a:cubicBezTo>
                    <a:pt x="10846" y="12366"/>
                    <a:pt x="11023" y="12178"/>
                    <a:pt x="11244" y="12178"/>
                  </a:cubicBezTo>
                  <a:close/>
                  <a:moveTo>
                    <a:pt x="6383" y="1"/>
                  </a:moveTo>
                  <a:cubicBezTo>
                    <a:pt x="4220" y="1"/>
                    <a:pt x="2430" y="1647"/>
                    <a:pt x="2234" y="3762"/>
                  </a:cubicBezTo>
                  <a:lnTo>
                    <a:pt x="2208" y="3762"/>
                  </a:lnTo>
                  <a:lnTo>
                    <a:pt x="2208" y="3799"/>
                  </a:lnTo>
                  <a:cubicBezTo>
                    <a:pt x="957" y="3998"/>
                    <a:pt x="1" y="5120"/>
                    <a:pt x="60" y="6442"/>
                  </a:cubicBezTo>
                  <a:cubicBezTo>
                    <a:pt x="104" y="7785"/>
                    <a:pt x="1297" y="8896"/>
                    <a:pt x="2641" y="8896"/>
                  </a:cubicBezTo>
                  <a:lnTo>
                    <a:pt x="4091" y="8896"/>
                  </a:lnTo>
                  <a:lnTo>
                    <a:pt x="4091" y="11034"/>
                  </a:lnTo>
                  <a:lnTo>
                    <a:pt x="3308" y="11595"/>
                  </a:lnTo>
                  <a:cubicBezTo>
                    <a:pt x="3109" y="11459"/>
                    <a:pt x="2871" y="11370"/>
                    <a:pt x="2612" y="11370"/>
                  </a:cubicBezTo>
                  <a:cubicBezTo>
                    <a:pt x="2584" y="11370"/>
                    <a:pt x="2555" y="11371"/>
                    <a:pt x="2525" y="11373"/>
                  </a:cubicBezTo>
                  <a:cubicBezTo>
                    <a:pt x="1917" y="11421"/>
                    <a:pt x="1426" y="11923"/>
                    <a:pt x="1403" y="12543"/>
                  </a:cubicBezTo>
                  <a:cubicBezTo>
                    <a:pt x="1378" y="13230"/>
                    <a:pt x="1928" y="13791"/>
                    <a:pt x="2618" y="13791"/>
                  </a:cubicBezTo>
                  <a:cubicBezTo>
                    <a:pt x="3286" y="13791"/>
                    <a:pt x="3822" y="13256"/>
                    <a:pt x="3822" y="12588"/>
                  </a:cubicBezTo>
                  <a:cubicBezTo>
                    <a:pt x="3822" y="12473"/>
                    <a:pt x="3810" y="12355"/>
                    <a:pt x="3777" y="12249"/>
                  </a:cubicBezTo>
                  <a:lnTo>
                    <a:pt x="4733" y="11572"/>
                  </a:lnTo>
                  <a:cubicBezTo>
                    <a:pt x="4840" y="11491"/>
                    <a:pt x="4910" y="11373"/>
                    <a:pt x="4910" y="11233"/>
                  </a:cubicBezTo>
                  <a:lnTo>
                    <a:pt x="4910" y="8896"/>
                  </a:lnTo>
                  <a:lnTo>
                    <a:pt x="6523" y="8896"/>
                  </a:lnTo>
                  <a:lnTo>
                    <a:pt x="6523" y="11443"/>
                  </a:lnTo>
                  <a:cubicBezTo>
                    <a:pt x="6032" y="11617"/>
                    <a:pt x="5681" y="12097"/>
                    <a:pt x="5715" y="12658"/>
                  </a:cubicBezTo>
                  <a:cubicBezTo>
                    <a:pt x="5752" y="13278"/>
                    <a:pt x="6254" y="13769"/>
                    <a:pt x="6874" y="13791"/>
                  </a:cubicBezTo>
                  <a:cubicBezTo>
                    <a:pt x="6895" y="13793"/>
                    <a:pt x="6917" y="13793"/>
                    <a:pt x="6938" y="13793"/>
                  </a:cubicBezTo>
                  <a:cubicBezTo>
                    <a:pt x="7609" y="13793"/>
                    <a:pt x="8136" y="13246"/>
                    <a:pt x="8136" y="12588"/>
                  </a:cubicBezTo>
                  <a:cubicBezTo>
                    <a:pt x="8136" y="12063"/>
                    <a:pt x="7797" y="11606"/>
                    <a:pt x="7328" y="11443"/>
                  </a:cubicBezTo>
                  <a:lnTo>
                    <a:pt x="7328" y="8896"/>
                  </a:lnTo>
                  <a:lnTo>
                    <a:pt x="8952" y="8896"/>
                  </a:lnTo>
                  <a:lnTo>
                    <a:pt x="8952" y="11233"/>
                  </a:lnTo>
                  <a:cubicBezTo>
                    <a:pt x="8952" y="11373"/>
                    <a:pt x="9011" y="11491"/>
                    <a:pt x="9118" y="11572"/>
                  </a:cubicBezTo>
                  <a:lnTo>
                    <a:pt x="10075" y="12249"/>
                  </a:lnTo>
                  <a:cubicBezTo>
                    <a:pt x="10041" y="12355"/>
                    <a:pt x="10030" y="12473"/>
                    <a:pt x="10030" y="12588"/>
                  </a:cubicBezTo>
                  <a:cubicBezTo>
                    <a:pt x="10030" y="13255"/>
                    <a:pt x="10568" y="13796"/>
                    <a:pt x="11234" y="13796"/>
                  </a:cubicBezTo>
                  <a:cubicBezTo>
                    <a:pt x="11268" y="13796"/>
                    <a:pt x="11303" y="13794"/>
                    <a:pt x="11337" y="13791"/>
                  </a:cubicBezTo>
                  <a:cubicBezTo>
                    <a:pt x="11923" y="13747"/>
                    <a:pt x="12403" y="13267"/>
                    <a:pt x="12448" y="12683"/>
                  </a:cubicBezTo>
                  <a:cubicBezTo>
                    <a:pt x="12507" y="11968"/>
                    <a:pt x="11946" y="11373"/>
                    <a:pt x="11244" y="11373"/>
                  </a:cubicBezTo>
                  <a:cubicBezTo>
                    <a:pt x="10986" y="11373"/>
                    <a:pt x="10742" y="11455"/>
                    <a:pt x="10543" y="11595"/>
                  </a:cubicBezTo>
                  <a:lnTo>
                    <a:pt x="9760" y="11034"/>
                  </a:lnTo>
                  <a:lnTo>
                    <a:pt x="9760" y="8896"/>
                  </a:lnTo>
                  <a:lnTo>
                    <a:pt x="11211" y="8896"/>
                  </a:lnTo>
                  <a:cubicBezTo>
                    <a:pt x="12529" y="8896"/>
                    <a:pt x="13710" y="7819"/>
                    <a:pt x="13792" y="6498"/>
                  </a:cubicBezTo>
                  <a:cubicBezTo>
                    <a:pt x="13862" y="5600"/>
                    <a:pt x="13430" y="4733"/>
                    <a:pt x="12706" y="4231"/>
                  </a:cubicBezTo>
                  <a:cubicBezTo>
                    <a:pt x="12799" y="3367"/>
                    <a:pt x="12507" y="2514"/>
                    <a:pt x="11898" y="1905"/>
                  </a:cubicBezTo>
                  <a:cubicBezTo>
                    <a:pt x="11354" y="1362"/>
                    <a:pt x="10635" y="1071"/>
                    <a:pt x="9899" y="1071"/>
                  </a:cubicBezTo>
                  <a:cubicBezTo>
                    <a:pt x="9686" y="1071"/>
                    <a:pt x="9471" y="1095"/>
                    <a:pt x="9258" y="1145"/>
                  </a:cubicBezTo>
                  <a:cubicBezTo>
                    <a:pt x="8487" y="396"/>
                    <a:pt x="7468" y="1"/>
                    <a:pt x="6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7" name="Google Shape;1107;p42"/>
            <p:cNvSpPr/>
            <p:nvPr/>
          </p:nvSpPr>
          <p:spPr>
            <a:xfrm>
              <a:off x="3471488" y="2730800"/>
              <a:ext cx="300" cy="25"/>
            </a:xfrm>
            <a:custGeom>
              <a:avLst/>
              <a:gdLst/>
              <a:ahLst/>
              <a:cxnLst/>
              <a:rect l="l" t="t" r="r" b="b"/>
              <a:pathLst>
                <a:path w="12" h="1" extrusionOk="0">
                  <a:moveTo>
                    <a:pt x="0" y="1"/>
                  </a:moveTo>
                  <a:lnTo>
                    <a:pt x="0" y="1"/>
                  </a:lnTo>
                  <a:cubicBezTo>
                    <a:pt x="0" y="1"/>
                    <a:pt x="12"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cxnSp>
        <p:nvCxnSpPr>
          <p:cNvPr id="1111" name="Google Shape;1111;p42"/>
          <p:cNvCxnSpPr>
            <a:cxnSpLocks/>
          </p:cNvCxnSpPr>
          <p:nvPr/>
        </p:nvCxnSpPr>
        <p:spPr>
          <a:xfrm flipH="1">
            <a:off x="1289400" y="1579850"/>
            <a:ext cx="6440400" cy="1859700"/>
          </a:xfrm>
          <a:prstGeom prst="bentConnector5">
            <a:avLst>
              <a:gd name="adj1" fmla="val -10143"/>
              <a:gd name="adj2" fmla="val 72786"/>
              <a:gd name="adj3" fmla="val 109933"/>
            </a:avLst>
          </a:prstGeom>
          <a:noFill/>
          <a:ln w="9525" cap="flat" cmpd="sng">
            <a:solidFill>
              <a:schemeClr val="lt1"/>
            </a:solidFill>
            <a:prstDash val="solid"/>
            <a:round/>
            <a:headEnd type="none" w="med" len="med"/>
            <a:tailEnd type="diamond" w="med" len="med"/>
          </a:ln>
        </p:spPr>
      </p:cxnSp>
      <p:sp>
        <p:nvSpPr>
          <p:cNvPr id="67" name="Google Shape;1045;p42">
            <a:extLst>
              <a:ext uri="{FF2B5EF4-FFF2-40B4-BE49-F238E27FC236}">
                <a16:creationId xmlns:a16="http://schemas.microsoft.com/office/drawing/2014/main" id="{38656C79-A452-44B5-80F0-E78B9B3ED97A}"/>
              </a:ext>
            </a:extLst>
          </p:cNvPr>
          <p:cNvSpPr txBox="1"/>
          <p:nvPr/>
        </p:nvSpPr>
        <p:spPr>
          <a:xfrm flipH="1">
            <a:off x="694142" y="18449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b="1" dirty="0">
                <a:solidFill>
                  <a:schemeClr val="tx1"/>
                </a:solidFill>
              </a:rPr>
              <a:t>Image Acquisition</a:t>
            </a:r>
            <a:br>
              <a:rPr lang="en-GB" sz="1100" dirty="0">
                <a:solidFill>
                  <a:schemeClr val="tx1"/>
                </a:solidFill>
              </a:rPr>
            </a:br>
            <a:r>
              <a:rPr lang="en-GB" sz="1100" dirty="0">
                <a:solidFill>
                  <a:schemeClr val="tx1"/>
                </a:solidFill>
              </a:rPr>
              <a:t>Scene images captured using a wearable or mobile camera</a:t>
            </a:r>
            <a:endParaRPr sz="1100" dirty="0">
              <a:solidFill>
                <a:schemeClr val="tx1"/>
              </a:solidFill>
              <a:latin typeface="Hanken Grotesk"/>
              <a:ea typeface="Hanken Grotesk"/>
              <a:cs typeface="Hanken Grotesk"/>
              <a:sym typeface="Hanken Grotesk"/>
            </a:endParaRPr>
          </a:p>
        </p:txBody>
      </p:sp>
    </p:spTree>
    <p:extLst>
      <p:ext uri="{BB962C8B-B14F-4D97-AF65-F5344CB8AC3E}">
        <p14:creationId xmlns:p14="http://schemas.microsoft.com/office/powerpoint/2010/main" val="3137568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95709" y="1932295"/>
            <a:ext cx="6296800" cy="21554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3200" dirty="0"/>
              <a:t>This clear division of tasks allows us to work in parallel while integrating our modules seamlessly, creating a robust and efficient assistive device.</a:t>
            </a:r>
            <a:endParaRPr sz="3200" dirty="0"/>
          </a:p>
        </p:txBody>
      </p:sp>
      <p:sp>
        <p:nvSpPr>
          <p:cNvPr id="741" name="Google Shape;741;p32"/>
          <p:cNvSpPr/>
          <p:nvPr/>
        </p:nvSpPr>
        <p:spPr>
          <a:xfrm rot="-5400000">
            <a:off x="681361" y="195643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94716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041737" y="2026108"/>
            <a:ext cx="6417383" cy="165488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400" dirty="0"/>
              <a:t>MILESTONE SUMMARY</a:t>
            </a:r>
            <a:endParaRPr sz="4400" dirty="0"/>
          </a:p>
        </p:txBody>
      </p:sp>
      <p:sp>
        <p:nvSpPr>
          <p:cNvPr id="740" name="Google Shape;740;p32"/>
          <p:cNvSpPr txBox="1">
            <a:spLocks noGrp="1"/>
          </p:cNvSpPr>
          <p:nvPr>
            <p:ph type="title" idx="2"/>
          </p:nvPr>
        </p:nvSpPr>
        <p:spPr>
          <a:xfrm>
            <a:off x="7269238" y="2303832"/>
            <a:ext cx="1343100" cy="98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51700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390169" y="1708422"/>
            <a:ext cx="5115144" cy="103416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PEOPLE RECOGNITION</a:t>
            </a:r>
            <a:endParaRPr dirty="0"/>
          </a:p>
        </p:txBody>
      </p:sp>
      <p:sp>
        <p:nvSpPr>
          <p:cNvPr id="741" name="Google Shape;741;p32"/>
          <p:cNvSpPr/>
          <p:nvPr/>
        </p:nvSpPr>
        <p:spPr>
          <a:xfrm rot="-5400000">
            <a:off x="599826" y="2070994"/>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Box 18">
            <a:extLst>
              <a:ext uri="{FF2B5EF4-FFF2-40B4-BE49-F238E27FC236}">
                <a16:creationId xmlns:a16="http://schemas.microsoft.com/office/drawing/2014/main" id="{44799E85-A4D2-4804-A85E-DEA94517300A}"/>
              </a:ext>
            </a:extLst>
          </p:cNvPr>
          <p:cNvSpPr txBox="1"/>
          <p:nvPr/>
        </p:nvSpPr>
        <p:spPr>
          <a:xfrm>
            <a:off x="1399817" y="2807928"/>
            <a:ext cx="5416060" cy="1300997"/>
          </a:xfrm>
          <a:prstGeom prst="rect">
            <a:avLst/>
          </a:prstGeom>
          <a:noFill/>
        </p:spPr>
        <p:txBody>
          <a:bodyPr wrap="square">
            <a:spAutoFit/>
          </a:bodyPr>
          <a:lstStyle/>
          <a:p>
            <a:r>
              <a:rPr lang="en-GB" sz="1800" b="1" dirty="0">
                <a:solidFill>
                  <a:schemeClr val="tx1"/>
                </a:solidFill>
                <a:latin typeface="Raleway Black" pitchFamily="2" charset="0"/>
              </a:rPr>
              <a:t>Objective: </a:t>
            </a:r>
            <a:r>
              <a:rPr lang="en-GB" b="1" dirty="0">
                <a:solidFill>
                  <a:schemeClr val="tx1"/>
                </a:solidFill>
              </a:rPr>
              <a:t>	</a:t>
            </a:r>
          </a:p>
          <a:p>
            <a:pPr>
              <a:lnSpc>
                <a:spcPct val="150000"/>
              </a:lnSpc>
            </a:pPr>
            <a:r>
              <a:rPr lang="en-GB" dirty="0">
                <a:solidFill>
                  <a:schemeClr val="tx1"/>
                </a:solidFill>
                <a:latin typeface="Raleway Black" pitchFamily="2" charset="0"/>
              </a:rPr>
              <a:t>Enable real-time identification of known individuals for assistive use and Preserve user privacy by avoiding raw image storage</a:t>
            </a:r>
          </a:p>
        </p:txBody>
      </p:sp>
    </p:spTree>
    <p:extLst>
      <p:ext uri="{BB962C8B-B14F-4D97-AF65-F5344CB8AC3E}">
        <p14:creationId xmlns:p14="http://schemas.microsoft.com/office/powerpoint/2010/main" val="3346368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31"/>
          <p:cNvSpPr txBox="1">
            <a:spLocks noGrp="1"/>
          </p:cNvSpPr>
          <p:nvPr>
            <p:ph type="title"/>
          </p:nvPr>
        </p:nvSpPr>
        <p:spPr>
          <a:xfrm>
            <a:off x="1706448" y="371822"/>
            <a:ext cx="4346845" cy="90459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MILESTONES ACHIEVED</a:t>
            </a:r>
            <a:endParaRPr dirty="0"/>
          </a:p>
        </p:txBody>
      </p:sp>
      <p:sp>
        <p:nvSpPr>
          <p:cNvPr id="731" name="Google Shape;731;p31"/>
          <p:cNvSpPr txBox="1">
            <a:spLocks noGrp="1"/>
          </p:cNvSpPr>
          <p:nvPr>
            <p:ph type="subTitle" idx="1"/>
          </p:nvPr>
        </p:nvSpPr>
        <p:spPr>
          <a:xfrm>
            <a:off x="1403124" y="824121"/>
            <a:ext cx="7970044" cy="2644929"/>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endParaRPr lang="en-GB" b="1" i="0" dirty="0">
              <a:solidFill>
                <a:schemeClr val="tx1"/>
              </a:solidFill>
              <a:effectLst/>
              <a:latin typeface="Raleway Black" pitchFamily="2" charset="0"/>
            </a:endParaRPr>
          </a:p>
          <a:p>
            <a:pPr marL="0" lvl="0" indent="0" algn="l" rtl="0">
              <a:lnSpc>
                <a:spcPct val="150000"/>
              </a:lnSpc>
              <a:spcBef>
                <a:spcPts val="0"/>
              </a:spcBef>
              <a:spcAft>
                <a:spcPts val="0"/>
              </a:spcAft>
              <a:buNone/>
            </a:pPr>
            <a:r>
              <a:rPr lang="en-GB" sz="1400" b="0" i="0" dirty="0">
                <a:solidFill>
                  <a:schemeClr val="tx1"/>
                </a:solidFill>
                <a:effectLst/>
                <a:latin typeface="Cambria" panose="02040503050406030204" pitchFamily="18" charset="0"/>
                <a:ea typeface="Cambria" panose="02040503050406030204" pitchFamily="18" charset="0"/>
              </a:rPr>
              <a:t>Implemented Functionalities</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Real-time face detection using OpenCV DNN</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Face embedding extraction using pre-trained </a:t>
            </a:r>
            <a:r>
              <a:rPr lang="en-GB" sz="1400" b="0" i="0" dirty="0" err="1">
                <a:solidFill>
                  <a:schemeClr val="tx1"/>
                </a:solidFill>
                <a:effectLst/>
                <a:latin typeface="Cambria" panose="02040503050406030204" pitchFamily="18" charset="0"/>
                <a:ea typeface="Cambria" panose="02040503050406030204" pitchFamily="18" charset="0"/>
              </a:rPr>
              <a:t>FaceNet</a:t>
            </a:r>
            <a:r>
              <a:rPr lang="en-GB" sz="1400" b="0" i="0" dirty="0">
                <a:solidFill>
                  <a:schemeClr val="tx1"/>
                </a:solidFill>
                <a:effectLst/>
                <a:latin typeface="Cambria" panose="02040503050406030204" pitchFamily="18" charset="0"/>
                <a:ea typeface="Cambria" panose="02040503050406030204" pitchFamily="18" charset="0"/>
              </a:rPr>
              <a:t> 	(</a:t>
            </a:r>
            <a:r>
              <a:rPr lang="en-GB" sz="1400" b="0" i="0" dirty="0" err="1">
                <a:solidFill>
                  <a:schemeClr val="tx1"/>
                </a:solidFill>
                <a:effectLst/>
                <a:latin typeface="Cambria" panose="02040503050406030204" pitchFamily="18" charset="0"/>
                <a:ea typeface="Cambria" panose="02040503050406030204" pitchFamily="18" charset="0"/>
              </a:rPr>
              <a:t>OpenFace</a:t>
            </a:r>
            <a:r>
              <a:rPr lang="en-GB" sz="1400" b="0" i="0" dirty="0">
                <a:solidFill>
                  <a:schemeClr val="tx1"/>
                </a:solidFill>
                <a:effectLst/>
                <a:latin typeface="Cambria" panose="02040503050406030204" pitchFamily="18" charset="0"/>
                <a:ea typeface="Cambria" panose="02040503050406030204" pitchFamily="18" charset="0"/>
              </a:rPr>
              <a:t>)</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Local </a:t>
            </a:r>
            <a:r>
              <a:rPr lang="en-GB" sz="1400" b="0" i="0" dirty="0" err="1">
                <a:solidFill>
                  <a:schemeClr val="tx1"/>
                </a:solidFill>
                <a:effectLst/>
                <a:latin typeface="Cambria" panose="02040503050406030204" pitchFamily="18" charset="0"/>
                <a:ea typeface="Cambria" panose="02040503050406030204" pitchFamily="18" charset="0"/>
              </a:rPr>
              <a:t>enrollment</a:t>
            </a:r>
            <a:r>
              <a:rPr lang="en-GB" sz="1400" b="0" i="0" dirty="0">
                <a:solidFill>
                  <a:schemeClr val="tx1"/>
                </a:solidFill>
                <a:effectLst/>
                <a:latin typeface="Cambria" panose="02040503050406030204" pitchFamily="18" charset="0"/>
                <a:ea typeface="Cambria" panose="02040503050406030204" pitchFamily="18" charset="0"/>
              </a:rPr>
              <a:t> of multiple individuals</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JSON-based embedding storage</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Real-time identification using cosine similarity</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Threshold-based unknown person detection</a:t>
            </a:r>
          </a:p>
          <a:p>
            <a:pPr marL="0" indent="0">
              <a:lnSpc>
                <a:spcPct val="150000"/>
              </a:lnSpc>
              <a:buNone/>
            </a:pPr>
            <a:r>
              <a:rPr lang="en-GB" sz="1400" b="0" i="0" dirty="0">
                <a:solidFill>
                  <a:schemeClr val="tx1"/>
                </a:solidFill>
                <a:effectLst/>
                <a:latin typeface="Cambria" panose="02040503050406030204" pitchFamily="18" charset="0"/>
                <a:ea typeface="Cambria" panose="02040503050406030204" pitchFamily="18" charset="0"/>
              </a:rPr>
              <a:t>System Characteristics</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No GPU required</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Runs in real time on a PC</a:t>
            </a:r>
          </a:p>
          <a:p>
            <a:pPr marL="171450" indent="-171450">
              <a:lnSpc>
                <a:spcPct val="150000"/>
              </a:lnSpc>
            </a:pPr>
            <a:r>
              <a:rPr lang="en-GB" sz="1400" b="0" i="0" dirty="0">
                <a:solidFill>
                  <a:schemeClr val="tx1"/>
                </a:solidFill>
                <a:effectLst/>
                <a:latin typeface="Cambria" panose="02040503050406030204" pitchFamily="18" charset="0"/>
                <a:ea typeface="Cambria" panose="02040503050406030204" pitchFamily="18" charset="0"/>
              </a:rPr>
              <a:t>Scalable</a:t>
            </a:r>
            <a:endParaRPr lang="en-US" sz="1400" dirty="0">
              <a:solidFill>
                <a:schemeClr val="tx1"/>
              </a:solidFill>
              <a:latin typeface="Cambria" panose="02040503050406030204" pitchFamily="18" charset="0"/>
              <a:ea typeface="Cambria" panose="02040503050406030204" pitchFamily="18" charset="0"/>
            </a:endParaRPr>
          </a:p>
        </p:txBody>
      </p:sp>
      <p:sp>
        <p:nvSpPr>
          <p:cNvPr id="733" name="Google Shape;733;p31"/>
          <p:cNvSpPr/>
          <p:nvPr/>
        </p:nvSpPr>
        <p:spPr>
          <a:xfrm>
            <a:off x="5967850" y="4114288"/>
            <a:ext cx="2787000" cy="178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1"/>
          <p:cNvSpPr/>
          <p:nvPr/>
        </p:nvSpPr>
        <p:spPr>
          <a:xfrm rot="-5400000">
            <a:off x="1493785" y="839535"/>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848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022233" y="2282146"/>
            <a:ext cx="8009997" cy="113242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CURRENCY  RECOGNITION</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66313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31"/>
          <p:cNvSpPr txBox="1">
            <a:spLocks noGrp="1"/>
          </p:cNvSpPr>
          <p:nvPr>
            <p:ph type="title"/>
          </p:nvPr>
        </p:nvSpPr>
        <p:spPr>
          <a:xfrm>
            <a:off x="1783861" y="280234"/>
            <a:ext cx="4183989" cy="92700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MILESTONES ACHIEVED</a:t>
            </a:r>
            <a:endParaRPr dirty="0"/>
          </a:p>
        </p:txBody>
      </p:sp>
      <p:sp>
        <p:nvSpPr>
          <p:cNvPr id="733" name="Google Shape;733;p31"/>
          <p:cNvSpPr/>
          <p:nvPr/>
        </p:nvSpPr>
        <p:spPr>
          <a:xfrm>
            <a:off x="5776931" y="4414145"/>
            <a:ext cx="2787000" cy="178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1"/>
          <p:cNvSpPr/>
          <p:nvPr/>
        </p:nvSpPr>
        <p:spPr>
          <a:xfrm rot="-5400000">
            <a:off x="1493785" y="839535"/>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B82AEC65-3BA5-4DD5-8774-099886BDABC5}"/>
              </a:ext>
            </a:extLst>
          </p:cNvPr>
          <p:cNvSpPr>
            <a:spLocks noGrp="1" noChangeArrowheads="1"/>
          </p:cNvSpPr>
          <p:nvPr>
            <p:ph type="subTitle" idx="1"/>
          </p:nvPr>
        </p:nvSpPr>
        <p:spPr bwMode="auto">
          <a:xfrm>
            <a:off x="1298635" y="1268958"/>
            <a:ext cx="668980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400" b="1" dirty="0">
                <a:solidFill>
                  <a:schemeClr val="tx1"/>
                </a:solidFill>
                <a:latin typeface="Raleway Black" pitchFamily="2" charset="0"/>
              </a:rPr>
              <a:t> </a:t>
            </a:r>
            <a:r>
              <a:rPr kumimoji="0" lang="en-US" altLang="en-US" sz="1400" b="1" i="0" u="none" strike="noStrike" cap="none" normalizeH="0" baseline="0" dirty="0">
                <a:ln>
                  <a:noFill/>
                </a:ln>
                <a:solidFill>
                  <a:schemeClr val="tx1"/>
                </a:solidFill>
                <a:effectLst/>
                <a:latin typeface="Raleway Black" pitchFamily="2" charset="0"/>
              </a:rPr>
              <a:t>High Model Accuracy Achieved</a:t>
            </a:r>
            <a:br>
              <a:rPr kumimoji="0" lang="en-US" altLang="en-US" b="0" i="0" u="none" strike="noStrike" cap="none" normalizeH="0" baseline="0" dirty="0">
                <a:ln>
                  <a:noFill/>
                </a:ln>
                <a:solidFill>
                  <a:schemeClr val="tx1"/>
                </a:solidFill>
                <a:effectLst/>
                <a:latin typeface="Raleway Black" pitchFamily="2"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Overall system accuracy reached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96.5%</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demonstrating reliable performance across real-world scenarios.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Raleway Black" pitchFamily="2" charset="0"/>
              </a:rPr>
              <a:t> </a:t>
            </a:r>
            <a:r>
              <a:rPr kumimoji="0" lang="en-US" altLang="en-US" sz="1400" b="1" i="0" u="none" strike="noStrike" cap="none" normalizeH="0" baseline="0" dirty="0">
                <a:ln>
                  <a:noFill/>
                </a:ln>
                <a:solidFill>
                  <a:schemeClr val="tx1"/>
                </a:solidFill>
                <a:effectLst/>
                <a:latin typeface="Raleway Black" pitchFamily="2" charset="0"/>
              </a:rPr>
              <a:t>Strong Detection Precision</a:t>
            </a:r>
            <a:br>
              <a:rPr kumimoji="0" lang="en-US" altLang="en-US" b="0" i="0" u="none" strike="noStrike" cap="none" normalizeH="0" baseline="0" dirty="0">
                <a:ln>
                  <a:noFill/>
                </a:ln>
                <a:solidFill>
                  <a:schemeClr val="tx1"/>
                </a:solidFill>
                <a:effectLst/>
                <a:latin typeface="Raleway Black" pitchFamily="2"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Achieved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0.94 precision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indicating a low false-positive rate and accurate identification of objects and text.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Raleway Black" pitchFamily="2" charset="0"/>
              </a:rPr>
              <a:t>Robust Model Performance</a:t>
            </a:r>
            <a:br>
              <a:rPr kumimoji="0" lang="en-US" altLang="en-US" b="0" i="0" u="none" strike="noStrike" cap="none" normalizeH="0" baseline="0" dirty="0">
                <a:ln>
                  <a:noFill/>
                </a:ln>
                <a:solidFill>
                  <a:schemeClr val="tx1"/>
                </a:solidFill>
                <a:effectLst/>
                <a:latin typeface="Raleway Black" pitchFamily="2"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Recorded an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F1-score of 93.5%</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reflecting a balanced trade-off between precision and recall.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Raleway Black" pitchFamily="2" charset="0"/>
              </a:rPr>
              <a:t> </a:t>
            </a:r>
            <a:r>
              <a:rPr kumimoji="0" lang="en-US" altLang="en-US" sz="1400" b="1" i="0" u="none" strike="noStrike" cap="none" normalizeH="0" baseline="0" dirty="0">
                <a:ln>
                  <a:noFill/>
                </a:ln>
                <a:solidFill>
                  <a:schemeClr val="tx1"/>
                </a:solidFill>
                <a:effectLst/>
                <a:latin typeface="Raleway Black" pitchFamily="2" charset="0"/>
              </a:rPr>
              <a:t>Successfully Validated on Real-World Data</a:t>
            </a:r>
            <a:br>
              <a:rPr kumimoji="0" lang="en-US" altLang="en-US" b="0" i="0" u="none" strike="noStrike" cap="none" normalizeH="0" baseline="0" dirty="0">
                <a:ln>
                  <a:noFill/>
                </a:ln>
                <a:solidFill>
                  <a:schemeClr val="tx1"/>
                </a:solidFill>
                <a:effectLst/>
                <a:latin typeface="Raleway Black" pitchFamily="2"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Models tested under varying lighting, environments, and usage conditions to ensure practical reliability.</a:t>
            </a:r>
          </a:p>
        </p:txBody>
      </p:sp>
    </p:spTree>
    <p:extLst>
      <p:ext uri="{BB962C8B-B14F-4D97-AF65-F5344CB8AC3E}">
        <p14:creationId xmlns:p14="http://schemas.microsoft.com/office/powerpoint/2010/main" val="756218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022233" y="2282146"/>
            <a:ext cx="8009997" cy="113242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OBJECT  RECOGNITION</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70836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31"/>
          <p:cNvSpPr txBox="1">
            <a:spLocks noGrp="1"/>
          </p:cNvSpPr>
          <p:nvPr>
            <p:ph type="title"/>
          </p:nvPr>
        </p:nvSpPr>
        <p:spPr>
          <a:xfrm>
            <a:off x="1783861" y="371822"/>
            <a:ext cx="3965007" cy="90459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 RECOGNITION</a:t>
            </a:r>
            <a:endParaRPr dirty="0"/>
          </a:p>
        </p:txBody>
      </p:sp>
      <p:sp>
        <p:nvSpPr>
          <p:cNvPr id="731" name="Google Shape;731;p31"/>
          <p:cNvSpPr txBox="1">
            <a:spLocks noGrp="1"/>
          </p:cNvSpPr>
          <p:nvPr>
            <p:ph type="subTitle" idx="1"/>
          </p:nvPr>
        </p:nvSpPr>
        <p:spPr>
          <a:xfrm>
            <a:off x="815496" y="1331630"/>
            <a:ext cx="7836135" cy="2275728"/>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400" b="0" i="0" dirty="0">
                <a:solidFill>
                  <a:schemeClr val="tx1"/>
                </a:solidFill>
                <a:effectLst/>
                <a:latin typeface="Cambria" panose="02040503050406030204" pitchFamily="18" charset="0"/>
              </a:rPr>
              <a:t>The object recognition feature is activated through a voice command using the microphone, enabling hands-free operation. The camera captures real-time images of the user’s surroundings, and the trained object recognition model identifies known objects and provides audio feedback to the user. If an object is not recognized, the system automatically captures images of the new object and improves its understanding through a reinforcement learning–based approach, allowing the model to learn and recognize new objects over time with better accuracy.</a:t>
            </a:r>
            <a:endParaRPr lang="en-US" sz="1400" dirty="0">
              <a:solidFill>
                <a:schemeClr val="tx1"/>
              </a:solidFill>
            </a:endParaRPr>
          </a:p>
        </p:txBody>
      </p:sp>
      <p:sp>
        <p:nvSpPr>
          <p:cNvPr id="733" name="Google Shape;733;p31"/>
          <p:cNvSpPr/>
          <p:nvPr/>
        </p:nvSpPr>
        <p:spPr>
          <a:xfrm>
            <a:off x="5967850" y="4114288"/>
            <a:ext cx="2787000" cy="178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1"/>
          <p:cNvSpPr/>
          <p:nvPr/>
        </p:nvSpPr>
        <p:spPr>
          <a:xfrm rot="-5400000">
            <a:off x="1493785" y="839535"/>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995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022233" y="2282146"/>
            <a:ext cx="8009997" cy="113242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OPTICAL CHARACTER RECOGNITION</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43598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31"/>
          <p:cNvSpPr txBox="1">
            <a:spLocks noGrp="1"/>
          </p:cNvSpPr>
          <p:nvPr>
            <p:ph type="title"/>
          </p:nvPr>
        </p:nvSpPr>
        <p:spPr>
          <a:xfrm>
            <a:off x="1783860" y="599898"/>
            <a:ext cx="6214627" cy="64477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OPTICAL CHARACTER RECOGNITION</a:t>
            </a:r>
            <a:endParaRPr dirty="0"/>
          </a:p>
        </p:txBody>
      </p:sp>
      <p:sp>
        <p:nvSpPr>
          <p:cNvPr id="731" name="Google Shape;731;p31"/>
          <p:cNvSpPr txBox="1">
            <a:spLocks noGrp="1"/>
          </p:cNvSpPr>
          <p:nvPr>
            <p:ph type="subTitle" idx="1"/>
          </p:nvPr>
        </p:nvSpPr>
        <p:spPr>
          <a:xfrm>
            <a:off x="882502" y="1616299"/>
            <a:ext cx="6131247" cy="2126361"/>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600" b="0" i="0" dirty="0">
                <a:solidFill>
                  <a:schemeClr val="tx1"/>
                </a:solidFill>
                <a:effectLst/>
                <a:latin typeface="Cambria" panose="02040503050406030204" pitchFamily="18" charset="0"/>
              </a:rPr>
              <a:t>This feature help to read any print such as in a book, magazine, newspaper, etc. The role of the English language in education, empowerment, and media is significant, and the optical character recognition (OCR) technology of the device was designed to extensively support the English language. It is also designed to support </a:t>
            </a:r>
            <a:r>
              <a:rPr lang="en-GB" sz="1600" b="0" i="0" dirty="0" err="1">
                <a:solidFill>
                  <a:schemeClr val="tx1"/>
                </a:solidFill>
                <a:effectLst/>
                <a:latin typeface="Cambria" panose="02040503050406030204" pitchFamily="18" charset="0"/>
              </a:rPr>
              <a:t>urdu</a:t>
            </a:r>
            <a:r>
              <a:rPr lang="en-GB" sz="1600" b="0" i="0" dirty="0">
                <a:solidFill>
                  <a:schemeClr val="tx1"/>
                </a:solidFill>
                <a:effectLst/>
                <a:latin typeface="Cambria" panose="02040503050406030204" pitchFamily="18" charset="0"/>
              </a:rPr>
              <a:t> language.</a:t>
            </a:r>
            <a:endParaRPr lang="en-US" sz="1600" dirty="0">
              <a:solidFill>
                <a:schemeClr val="tx1"/>
              </a:solidFill>
            </a:endParaRPr>
          </a:p>
        </p:txBody>
      </p:sp>
      <p:sp>
        <p:nvSpPr>
          <p:cNvPr id="733" name="Google Shape;733;p31"/>
          <p:cNvSpPr/>
          <p:nvPr/>
        </p:nvSpPr>
        <p:spPr>
          <a:xfrm>
            <a:off x="5967850" y="4114288"/>
            <a:ext cx="2787000" cy="178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1"/>
          <p:cNvSpPr/>
          <p:nvPr/>
        </p:nvSpPr>
        <p:spPr>
          <a:xfrm rot="-5400000">
            <a:off x="1493785" y="839535"/>
            <a:ext cx="228075" cy="197250"/>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935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2"/>
          <p:cNvSpPr txBox="1">
            <a:spLocks noGrp="1"/>
          </p:cNvSpPr>
          <p:nvPr>
            <p:ph type="title"/>
          </p:nvPr>
        </p:nvSpPr>
        <p:spPr>
          <a:xfrm>
            <a:off x="1136800" y="2325725"/>
            <a:ext cx="3653400" cy="989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FUTURE PLAN</a:t>
            </a:r>
            <a:endParaRPr dirty="0"/>
          </a:p>
        </p:txBody>
      </p:sp>
      <p:sp>
        <p:nvSpPr>
          <p:cNvPr id="740" name="Google Shape;740;p32"/>
          <p:cNvSpPr txBox="1">
            <a:spLocks noGrp="1"/>
          </p:cNvSpPr>
          <p:nvPr>
            <p:ph type="title" idx="2"/>
          </p:nvPr>
        </p:nvSpPr>
        <p:spPr>
          <a:xfrm>
            <a:off x="4790350" y="2279800"/>
            <a:ext cx="1343100" cy="98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741" name="Google Shape;741;p32"/>
          <p:cNvSpPr/>
          <p:nvPr/>
        </p:nvSpPr>
        <p:spPr>
          <a:xfrm rot="-5400000">
            <a:off x="689075" y="2684117"/>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2"/>
          <p:cNvSpPr/>
          <p:nvPr/>
        </p:nvSpPr>
        <p:spPr>
          <a:xfrm>
            <a:off x="7016375" y="-1615175"/>
            <a:ext cx="1633483" cy="5920031"/>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743" name="Google Shape;743;p32"/>
          <p:cNvGrpSpPr/>
          <p:nvPr/>
        </p:nvGrpSpPr>
        <p:grpSpPr>
          <a:xfrm rot="10800000" flipH="1">
            <a:off x="7968643" y="3562070"/>
            <a:ext cx="681217" cy="3360485"/>
            <a:chOff x="1337800" y="-2525590"/>
            <a:chExt cx="1498167" cy="7390555"/>
          </a:xfrm>
        </p:grpSpPr>
        <p:cxnSp>
          <p:nvCxnSpPr>
            <p:cNvPr id="744" name="Google Shape;744;p32"/>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745" name="Google Shape;745;p32"/>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746" name="Google Shape;746;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32"/>
          <p:cNvGrpSpPr/>
          <p:nvPr/>
        </p:nvGrpSpPr>
        <p:grpSpPr>
          <a:xfrm rot="-5400000" flipH="1">
            <a:off x="70043" y="-592705"/>
            <a:ext cx="681217" cy="3360485"/>
            <a:chOff x="1337800" y="-2525590"/>
            <a:chExt cx="1498167" cy="7390555"/>
          </a:xfrm>
        </p:grpSpPr>
        <p:cxnSp>
          <p:nvCxnSpPr>
            <p:cNvPr id="748" name="Google Shape;748;p32"/>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749" name="Google Shape;749;p32"/>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750" name="Google Shape;750;p32"/>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1" name="Google Shape;751;p32"/>
          <p:cNvSpPr/>
          <p:nvPr/>
        </p:nvSpPr>
        <p:spPr>
          <a:xfrm rot="-5400000">
            <a:off x="5572485" y="-2452153"/>
            <a:ext cx="1971347" cy="6005438"/>
          </a:xfrm>
          <a:custGeom>
            <a:avLst/>
            <a:gdLst/>
            <a:ahLst/>
            <a:cxnLst/>
            <a:rect l="l" t="t" r="r" b="b"/>
            <a:pathLst>
              <a:path w="62917" h="191668" extrusionOk="0">
                <a:moveTo>
                  <a:pt x="0" y="0"/>
                </a:moveTo>
                <a:lnTo>
                  <a:pt x="0" y="21836"/>
                </a:lnTo>
                <a:lnTo>
                  <a:pt x="38334" y="60169"/>
                </a:lnTo>
                <a:lnTo>
                  <a:pt x="38334" y="81762"/>
                </a:lnTo>
                <a:lnTo>
                  <a:pt x="22442" y="97654"/>
                </a:lnTo>
                <a:lnTo>
                  <a:pt x="22442" y="116457"/>
                </a:lnTo>
                <a:lnTo>
                  <a:pt x="62917" y="139825"/>
                </a:lnTo>
                <a:lnTo>
                  <a:pt x="62917" y="191668"/>
                </a:lnTo>
              </a:path>
            </a:pathLst>
          </a:custGeom>
          <a:noFill/>
          <a:ln w="9525" cap="flat" cmpd="sng">
            <a:solidFill>
              <a:schemeClr val="accent1"/>
            </a:solidFill>
            <a:prstDash val="solid"/>
            <a:round/>
            <a:headEnd type="none" w="med" len="med"/>
            <a:tailEnd type="none" w="med" len="med"/>
          </a:ln>
        </p:spPr>
      </p:sp>
      <p:grpSp>
        <p:nvGrpSpPr>
          <p:cNvPr id="752" name="Google Shape;752;p32"/>
          <p:cNvGrpSpPr/>
          <p:nvPr/>
        </p:nvGrpSpPr>
        <p:grpSpPr>
          <a:xfrm>
            <a:off x="7221623" y="1260360"/>
            <a:ext cx="1160062" cy="523162"/>
            <a:chOff x="7221623" y="1260360"/>
            <a:chExt cx="1160062" cy="523162"/>
          </a:xfrm>
        </p:grpSpPr>
        <p:sp>
          <p:nvSpPr>
            <p:cNvPr id="753" name="Google Shape;753;p32"/>
            <p:cNvSpPr/>
            <p:nvPr/>
          </p:nvSpPr>
          <p:spPr>
            <a:xfrm rot="-5400000">
              <a:off x="8141200" y="105994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2"/>
            <p:cNvSpPr/>
            <p:nvPr/>
          </p:nvSpPr>
          <p:spPr>
            <a:xfrm rot="5400000">
              <a:off x="7437562" y="13203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rot="-5400000">
              <a:off x="7930383" y="13322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44488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PLANS</a:t>
            </a:r>
            <a:endParaRPr dirty="0"/>
          </a:p>
        </p:txBody>
      </p:sp>
      <p:sp>
        <p:nvSpPr>
          <p:cNvPr id="772" name="Google Shape;772;p34"/>
          <p:cNvSpPr txBox="1">
            <a:spLocks noGrp="1"/>
          </p:cNvSpPr>
          <p:nvPr>
            <p:ph type="subTitle" idx="4"/>
          </p:nvPr>
        </p:nvSpPr>
        <p:spPr>
          <a:xfrm>
            <a:off x="970369" y="1989506"/>
            <a:ext cx="2260200" cy="480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Integration with Mobile App</a:t>
            </a:r>
            <a:endParaRPr dirty="0"/>
          </a:p>
        </p:txBody>
      </p:sp>
      <p:sp>
        <p:nvSpPr>
          <p:cNvPr id="773" name="Google Shape;773;p34"/>
          <p:cNvSpPr txBox="1">
            <a:spLocks noGrp="1"/>
          </p:cNvSpPr>
          <p:nvPr>
            <p:ph type="subTitle" idx="5"/>
          </p:nvPr>
        </p:nvSpPr>
        <p:spPr>
          <a:xfrm>
            <a:off x="3278356" y="1978259"/>
            <a:ext cx="2260200" cy="480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Voice Assistant Functionality</a:t>
            </a:r>
            <a:endParaRPr dirty="0"/>
          </a:p>
        </p:txBody>
      </p:sp>
      <p:sp>
        <p:nvSpPr>
          <p:cNvPr id="775" name="Google Shape;775;p34"/>
          <p:cNvSpPr txBox="1">
            <a:spLocks noGrp="1"/>
          </p:cNvSpPr>
          <p:nvPr>
            <p:ph type="subTitle" idx="2"/>
          </p:nvPr>
        </p:nvSpPr>
        <p:spPr>
          <a:xfrm>
            <a:off x="3230569" y="2361401"/>
            <a:ext cx="2260200" cy="1501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dirty="0">
                <a:latin typeface="Cambria" panose="02040503050406030204" pitchFamily="18" charset="0"/>
                <a:ea typeface="Cambria" panose="02040503050406030204" pitchFamily="18" charset="0"/>
              </a:rPr>
              <a:t>The device will be enhanced with a voice assistant interface. For example, when the user says, </a:t>
            </a:r>
            <a:r>
              <a:rPr lang="en-GB" i="1" dirty="0">
                <a:latin typeface="Cambria" panose="02040503050406030204" pitchFamily="18" charset="0"/>
                <a:ea typeface="Cambria" panose="02040503050406030204" pitchFamily="18" charset="0"/>
              </a:rPr>
              <a:t>“Which note is this?”</a:t>
            </a:r>
            <a:r>
              <a:rPr lang="en-GB" dirty="0">
                <a:latin typeface="Cambria" panose="02040503050406030204" pitchFamily="18" charset="0"/>
                <a:ea typeface="Cambria" panose="02040503050406030204" pitchFamily="18" charset="0"/>
              </a:rPr>
              <a:t>, the system will activate the currency detection model and provide an immediate audio response through headphones</a:t>
            </a:r>
            <a:endParaRPr dirty="0">
              <a:latin typeface="Cambria" panose="02040503050406030204" pitchFamily="18" charset="0"/>
              <a:ea typeface="Cambria" panose="02040503050406030204" pitchFamily="18" charset="0"/>
            </a:endParaRPr>
          </a:p>
        </p:txBody>
      </p:sp>
      <p:sp>
        <p:nvSpPr>
          <p:cNvPr id="776" name="Google Shape;776;p34"/>
          <p:cNvSpPr txBox="1">
            <a:spLocks noGrp="1"/>
          </p:cNvSpPr>
          <p:nvPr>
            <p:ph type="subTitle" idx="3"/>
          </p:nvPr>
        </p:nvSpPr>
        <p:spPr>
          <a:xfrm>
            <a:off x="5913431" y="2331935"/>
            <a:ext cx="2260200" cy="1501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dirty="0">
                <a:latin typeface="Cambria" panose="02040503050406030204" pitchFamily="18" charset="0"/>
                <a:ea typeface="Cambria" panose="02040503050406030204" pitchFamily="18" charset="0"/>
              </a:rPr>
              <a:t>Alongside the app, a smart cane equipped with sensors for independent obstacle detection will be developed, offering real-time feedback to the user to navigate safely</a:t>
            </a:r>
            <a:endParaRPr dirty="0">
              <a:latin typeface="Cambria" panose="02040503050406030204" pitchFamily="18" charset="0"/>
              <a:ea typeface="Cambria" panose="02040503050406030204" pitchFamily="18" charset="0"/>
            </a:endParaRPr>
          </a:p>
        </p:txBody>
      </p:sp>
      <p:sp>
        <p:nvSpPr>
          <p:cNvPr id="777" name="Google Shape;777;p34"/>
          <p:cNvSpPr txBox="1">
            <a:spLocks noGrp="1"/>
          </p:cNvSpPr>
          <p:nvPr>
            <p:ph type="subTitle" idx="6"/>
          </p:nvPr>
        </p:nvSpPr>
        <p:spPr>
          <a:xfrm>
            <a:off x="5913431" y="1923573"/>
            <a:ext cx="2260200" cy="480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Smart Cane Development</a:t>
            </a:r>
            <a:endParaRPr dirty="0"/>
          </a:p>
        </p:txBody>
      </p:sp>
      <p:grpSp>
        <p:nvGrpSpPr>
          <p:cNvPr id="778" name="Google Shape;778;p34"/>
          <p:cNvGrpSpPr/>
          <p:nvPr/>
        </p:nvGrpSpPr>
        <p:grpSpPr>
          <a:xfrm>
            <a:off x="6619867" y="1277012"/>
            <a:ext cx="289600" cy="345150"/>
            <a:chOff x="4801988" y="3797375"/>
            <a:chExt cx="289600" cy="345150"/>
          </a:xfrm>
        </p:grpSpPr>
        <p:sp>
          <p:nvSpPr>
            <p:cNvPr id="779" name="Google Shape;779;p34"/>
            <p:cNvSpPr/>
            <p:nvPr/>
          </p:nvSpPr>
          <p:spPr>
            <a:xfrm>
              <a:off x="4916238" y="3885675"/>
              <a:ext cx="60825" cy="60775"/>
            </a:xfrm>
            <a:custGeom>
              <a:avLst/>
              <a:gdLst/>
              <a:ahLst/>
              <a:cxnLst/>
              <a:rect l="l" t="t" r="r" b="b"/>
              <a:pathLst>
                <a:path w="2433" h="2431" extrusionOk="0">
                  <a:moveTo>
                    <a:pt x="1215" y="806"/>
                  </a:moveTo>
                  <a:cubicBezTo>
                    <a:pt x="1436" y="806"/>
                    <a:pt x="1613" y="994"/>
                    <a:pt x="1613" y="1215"/>
                  </a:cubicBezTo>
                  <a:cubicBezTo>
                    <a:pt x="1613" y="1437"/>
                    <a:pt x="1436" y="1614"/>
                    <a:pt x="1215" y="1614"/>
                  </a:cubicBezTo>
                  <a:cubicBezTo>
                    <a:pt x="993" y="1614"/>
                    <a:pt x="805" y="1437"/>
                    <a:pt x="805" y="1215"/>
                  </a:cubicBezTo>
                  <a:cubicBezTo>
                    <a:pt x="805" y="994"/>
                    <a:pt x="993" y="806"/>
                    <a:pt x="1215" y="806"/>
                  </a:cubicBezTo>
                  <a:close/>
                  <a:moveTo>
                    <a:pt x="1215" y="1"/>
                  </a:moveTo>
                  <a:cubicBezTo>
                    <a:pt x="539" y="1"/>
                    <a:pt x="0" y="551"/>
                    <a:pt x="0" y="1215"/>
                  </a:cubicBezTo>
                  <a:cubicBezTo>
                    <a:pt x="0" y="1883"/>
                    <a:pt x="539" y="2430"/>
                    <a:pt x="1215" y="2430"/>
                  </a:cubicBezTo>
                  <a:cubicBezTo>
                    <a:pt x="1882" y="2430"/>
                    <a:pt x="2432" y="1883"/>
                    <a:pt x="2432" y="1215"/>
                  </a:cubicBezTo>
                  <a:cubicBezTo>
                    <a:pt x="2432" y="551"/>
                    <a:pt x="1882"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0" name="Google Shape;780;p34"/>
            <p:cNvSpPr/>
            <p:nvPr/>
          </p:nvSpPr>
          <p:spPr>
            <a:xfrm>
              <a:off x="4801988" y="3797375"/>
              <a:ext cx="289600" cy="345150"/>
            </a:xfrm>
            <a:custGeom>
              <a:avLst/>
              <a:gdLst/>
              <a:ahLst/>
              <a:cxnLst/>
              <a:rect l="l" t="t" r="r" b="b"/>
              <a:pathLst>
                <a:path w="11584" h="13806" extrusionOk="0">
                  <a:moveTo>
                    <a:pt x="10731" y="11643"/>
                  </a:moveTo>
                  <a:cubicBezTo>
                    <a:pt x="10579" y="12288"/>
                    <a:pt x="10074" y="12801"/>
                    <a:pt x="9432" y="12953"/>
                  </a:cubicBezTo>
                  <a:lnTo>
                    <a:pt x="9432" y="11643"/>
                  </a:lnTo>
                  <a:close/>
                  <a:moveTo>
                    <a:pt x="10111" y="809"/>
                  </a:moveTo>
                  <a:cubicBezTo>
                    <a:pt x="10472" y="809"/>
                    <a:pt x="10775" y="1112"/>
                    <a:pt x="10775" y="1488"/>
                  </a:cubicBezTo>
                  <a:lnTo>
                    <a:pt x="10775" y="10838"/>
                  </a:lnTo>
                  <a:lnTo>
                    <a:pt x="9022" y="10838"/>
                  </a:lnTo>
                  <a:cubicBezTo>
                    <a:pt x="8801" y="10838"/>
                    <a:pt x="8627" y="11026"/>
                    <a:pt x="8627" y="11247"/>
                  </a:cubicBezTo>
                  <a:lnTo>
                    <a:pt x="8627" y="13001"/>
                  </a:lnTo>
                  <a:lnTo>
                    <a:pt x="1473" y="13001"/>
                  </a:lnTo>
                  <a:cubicBezTo>
                    <a:pt x="1111" y="13001"/>
                    <a:pt x="805" y="12695"/>
                    <a:pt x="805" y="12322"/>
                  </a:cubicBezTo>
                  <a:lnTo>
                    <a:pt x="805" y="1488"/>
                  </a:lnTo>
                  <a:cubicBezTo>
                    <a:pt x="805" y="1112"/>
                    <a:pt x="1111" y="809"/>
                    <a:pt x="1473" y="809"/>
                  </a:cubicBezTo>
                  <a:close/>
                  <a:moveTo>
                    <a:pt x="1473" y="1"/>
                  </a:moveTo>
                  <a:cubicBezTo>
                    <a:pt x="654" y="1"/>
                    <a:pt x="0" y="669"/>
                    <a:pt x="0" y="1488"/>
                  </a:cubicBezTo>
                  <a:lnTo>
                    <a:pt x="0" y="12322"/>
                  </a:lnTo>
                  <a:cubicBezTo>
                    <a:pt x="0" y="13141"/>
                    <a:pt x="654" y="13806"/>
                    <a:pt x="1473" y="13806"/>
                  </a:cubicBezTo>
                  <a:lnTo>
                    <a:pt x="9022" y="13806"/>
                  </a:lnTo>
                  <a:cubicBezTo>
                    <a:pt x="10439" y="13806"/>
                    <a:pt x="11583" y="12661"/>
                    <a:pt x="11583" y="11247"/>
                  </a:cubicBezTo>
                  <a:lnTo>
                    <a:pt x="11583" y="1488"/>
                  </a:lnTo>
                  <a:cubicBezTo>
                    <a:pt x="11583" y="669"/>
                    <a:pt x="10930" y="1"/>
                    <a:pt x="10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1" name="Google Shape;781;p34"/>
            <p:cNvSpPr/>
            <p:nvPr/>
          </p:nvSpPr>
          <p:spPr>
            <a:xfrm>
              <a:off x="4841688" y="3838625"/>
              <a:ext cx="210125" cy="269500"/>
            </a:xfrm>
            <a:custGeom>
              <a:avLst/>
              <a:gdLst/>
              <a:ahLst/>
              <a:cxnLst/>
              <a:rect l="l" t="t" r="r" b="b"/>
              <a:pathLst>
                <a:path w="8405" h="10780" extrusionOk="0">
                  <a:moveTo>
                    <a:pt x="4477" y="805"/>
                  </a:moveTo>
                  <a:lnTo>
                    <a:pt x="4503" y="1122"/>
                  </a:lnTo>
                  <a:cubicBezTo>
                    <a:pt x="4503" y="1263"/>
                    <a:pt x="4606" y="1392"/>
                    <a:pt x="4735" y="1437"/>
                  </a:cubicBezTo>
                  <a:cubicBezTo>
                    <a:pt x="4957" y="1507"/>
                    <a:pt x="5167" y="1625"/>
                    <a:pt x="5344" y="1776"/>
                  </a:cubicBezTo>
                  <a:cubicBezTo>
                    <a:pt x="5412" y="1839"/>
                    <a:pt x="5506" y="1873"/>
                    <a:pt x="5600" y="1873"/>
                  </a:cubicBezTo>
                  <a:cubicBezTo>
                    <a:pt x="5665" y="1873"/>
                    <a:pt x="5730" y="1857"/>
                    <a:pt x="5787" y="1824"/>
                  </a:cubicBezTo>
                  <a:lnTo>
                    <a:pt x="6031" y="1695"/>
                  </a:lnTo>
                  <a:lnTo>
                    <a:pt x="6326" y="2197"/>
                  </a:lnTo>
                  <a:lnTo>
                    <a:pt x="6057" y="2374"/>
                  </a:lnTo>
                  <a:cubicBezTo>
                    <a:pt x="5939" y="2455"/>
                    <a:pt x="5880" y="2595"/>
                    <a:pt x="5905" y="2736"/>
                  </a:cubicBezTo>
                  <a:cubicBezTo>
                    <a:pt x="5939" y="2853"/>
                    <a:pt x="5950" y="2980"/>
                    <a:pt x="5950" y="3097"/>
                  </a:cubicBezTo>
                  <a:cubicBezTo>
                    <a:pt x="5950" y="3215"/>
                    <a:pt x="5939" y="3344"/>
                    <a:pt x="5905" y="3459"/>
                  </a:cubicBezTo>
                  <a:cubicBezTo>
                    <a:pt x="5880" y="3600"/>
                    <a:pt x="5939" y="3740"/>
                    <a:pt x="6057" y="3821"/>
                  </a:cubicBezTo>
                  <a:lnTo>
                    <a:pt x="6326" y="3998"/>
                  </a:lnTo>
                  <a:lnTo>
                    <a:pt x="6031" y="4489"/>
                  </a:lnTo>
                  <a:lnTo>
                    <a:pt x="5751" y="4349"/>
                  </a:lnTo>
                  <a:cubicBezTo>
                    <a:pt x="5701" y="4321"/>
                    <a:pt x="5647" y="4308"/>
                    <a:pt x="5593" y="4308"/>
                  </a:cubicBezTo>
                  <a:cubicBezTo>
                    <a:pt x="5511" y="4308"/>
                    <a:pt x="5429" y="4339"/>
                    <a:pt x="5367" y="4396"/>
                  </a:cubicBezTo>
                  <a:cubicBezTo>
                    <a:pt x="5190" y="4559"/>
                    <a:pt x="4994" y="4677"/>
                    <a:pt x="4769" y="4747"/>
                  </a:cubicBezTo>
                  <a:cubicBezTo>
                    <a:pt x="4618" y="4803"/>
                    <a:pt x="4503" y="4943"/>
                    <a:pt x="4503" y="5109"/>
                  </a:cubicBezTo>
                  <a:lnTo>
                    <a:pt x="4477" y="5389"/>
                  </a:lnTo>
                  <a:lnTo>
                    <a:pt x="3905" y="5389"/>
                  </a:lnTo>
                  <a:lnTo>
                    <a:pt x="3894" y="5061"/>
                  </a:lnTo>
                  <a:cubicBezTo>
                    <a:pt x="3883" y="4921"/>
                    <a:pt x="3787" y="4803"/>
                    <a:pt x="3647" y="4758"/>
                  </a:cubicBezTo>
                  <a:cubicBezTo>
                    <a:pt x="3425" y="4688"/>
                    <a:pt x="3226" y="4570"/>
                    <a:pt x="3052" y="4419"/>
                  </a:cubicBezTo>
                  <a:cubicBezTo>
                    <a:pt x="2976" y="4356"/>
                    <a:pt x="2884" y="4322"/>
                    <a:pt x="2789" y="4322"/>
                  </a:cubicBezTo>
                  <a:cubicBezTo>
                    <a:pt x="2724" y="4322"/>
                    <a:pt x="2658" y="4338"/>
                    <a:pt x="2595" y="4371"/>
                  </a:cubicBezTo>
                  <a:lnTo>
                    <a:pt x="2351" y="4489"/>
                  </a:lnTo>
                  <a:lnTo>
                    <a:pt x="2070" y="3998"/>
                  </a:lnTo>
                  <a:lnTo>
                    <a:pt x="2340" y="3821"/>
                  </a:lnTo>
                  <a:cubicBezTo>
                    <a:pt x="2455" y="3740"/>
                    <a:pt x="2514" y="3600"/>
                    <a:pt x="2480" y="3459"/>
                  </a:cubicBezTo>
                  <a:cubicBezTo>
                    <a:pt x="2455" y="3344"/>
                    <a:pt x="2443" y="3215"/>
                    <a:pt x="2443" y="3097"/>
                  </a:cubicBezTo>
                  <a:cubicBezTo>
                    <a:pt x="2443" y="2980"/>
                    <a:pt x="2455" y="2853"/>
                    <a:pt x="2480" y="2736"/>
                  </a:cubicBezTo>
                  <a:cubicBezTo>
                    <a:pt x="2514" y="2595"/>
                    <a:pt x="2455" y="2455"/>
                    <a:pt x="2340" y="2374"/>
                  </a:cubicBezTo>
                  <a:lnTo>
                    <a:pt x="2070" y="2197"/>
                  </a:lnTo>
                  <a:lnTo>
                    <a:pt x="2351" y="1695"/>
                  </a:lnTo>
                  <a:lnTo>
                    <a:pt x="2643" y="1846"/>
                  </a:lnTo>
                  <a:cubicBezTo>
                    <a:pt x="2694" y="1874"/>
                    <a:pt x="2749" y="1887"/>
                    <a:pt x="2803" y="1887"/>
                  </a:cubicBezTo>
                  <a:cubicBezTo>
                    <a:pt x="2885" y="1887"/>
                    <a:pt x="2966" y="1857"/>
                    <a:pt x="3030" y="1801"/>
                  </a:cubicBezTo>
                  <a:cubicBezTo>
                    <a:pt x="3204" y="1625"/>
                    <a:pt x="3414" y="1507"/>
                    <a:pt x="3647" y="1425"/>
                  </a:cubicBezTo>
                  <a:cubicBezTo>
                    <a:pt x="3787" y="1392"/>
                    <a:pt x="3883" y="1263"/>
                    <a:pt x="3894" y="1122"/>
                  </a:cubicBezTo>
                  <a:lnTo>
                    <a:pt x="3905" y="805"/>
                  </a:lnTo>
                  <a:close/>
                  <a:moveTo>
                    <a:pt x="1229" y="7002"/>
                  </a:moveTo>
                  <a:cubicBezTo>
                    <a:pt x="1450" y="7002"/>
                    <a:pt x="1638" y="7188"/>
                    <a:pt x="1638" y="7412"/>
                  </a:cubicBezTo>
                  <a:cubicBezTo>
                    <a:pt x="1638" y="7634"/>
                    <a:pt x="1450" y="7808"/>
                    <a:pt x="1229" y="7808"/>
                  </a:cubicBezTo>
                  <a:cubicBezTo>
                    <a:pt x="1007" y="7808"/>
                    <a:pt x="819" y="7634"/>
                    <a:pt x="819" y="7412"/>
                  </a:cubicBezTo>
                  <a:cubicBezTo>
                    <a:pt x="819" y="7188"/>
                    <a:pt x="1007" y="7002"/>
                    <a:pt x="1229" y="7002"/>
                  </a:cubicBezTo>
                  <a:close/>
                  <a:moveTo>
                    <a:pt x="7154" y="7002"/>
                  </a:moveTo>
                  <a:cubicBezTo>
                    <a:pt x="7389" y="7002"/>
                    <a:pt x="7563" y="7188"/>
                    <a:pt x="7563" y="7412"/>
                  </a:cubicBezTo>
                  <a:cubicBezTo>
                    <a:pt x="7563" y="7634"/>
                    <a:pt x="7389" y="7808"/>
                    <a:pt x="7154" y="7808"/>
                  </a:cubicBezTo>
                  <a:cubicBezTo>
                    <a:pt x="6932" y="7808"/>
                    <a:pt x="6758" y="7634"/>
                    <a:pt x="6758" y="7412"/>
                  </a:cubicBezTo>
                  <a:cubicBezTo>
                    <a:pt x="6758" y="7188"/>
                    <a:pt x="6932" y="7002"/>
                    <a:pt x="7154" y="7002"/>
                  </a:cubicBezTo>
                  <a:close/>
                  <a:moveTo>
                    <a:pt x="4197" y="9165"/>
                  </a:moveTo>
                  <a:cubicBezTo>
                    <a:pt x="4418" y="9165"/>
                    <a:pt x="4595" y="9339"/>
                    <a:pt x="4595" y="9561"/>
                  </a:cubicBezTo>
                  <a:cubicBezTo>
                    <a:pt x="4595" y="9782"/>
                    <a:pt x="4418" y="9970"/>
                    <a:pt x="4197" y="9970"/>
                  </a:cubicBezTo>
                  <a:cubicBezTo>
                    <a:pt x="3975" y="9970"/>
                    <a:pt x="3787" y="9782"/>
                    <a:pt x="3787" y="9561"/>
                  </a:cubicBezTo>
                  <a:cubicBezTo>
                    <a:pt x="3787" y="9339"/>
                    <a:pt x="3975" y="9165"/>
                    <a:pt x="4197" y="9165"/>
                  </a:cubicBezTo>
                  <a:close/>
                  <a:moveTo>
                    <a:pt x="3532" y="0"/>
                  </a:moveTo>
                  <a:cubicBezTo>
                    <a:pt x="3310" y="0"/>
                    <a:pt x="3134" y="163"/>
                    <a:pt x="3122" y="385"/>
                  </a:cubicBezTo>
                  <a:lnTo>
                    <a:pt x="3111" y="783"/>
                  </a:lnTo>
                  <a:cubicBezTo>
                    <a:pt x="2982" y="842"/>
                    <a:pt x="2864" y="912"/>
                    <a:pt x="2749" y="993"/>
                  </a:cubicBezTo>
                  <a:lnTo>
                    <a:pt x="2385" y="805"/>
                  </a:lnTo>
                  <a:cubicBezTo>
                    <a:pt x="2326" y="773"/>
                    <a:pt x="2263" y="757"/>
                    <a:pt x="2201" y="757"/>
                  </a:cubicBezTo>
                  <a:cubicBezTo>
                    <a:pt x="2064" y="757"/>
                    <a:pt x="1931" y="831"/>
                    <a:pt x="1860" y="960"/>
                  </a:cubicBezTo>
                  <a:lnTo>
                    <a:pt x="1181" y="2127"/>
                  </a:lnTo>
                  <a:cubicBezTo>
                    <a:pt x="1077" y="2315"/>
                    <a:pt x="1136" y="2559"/>
                    <a:pt x="1310" y="2677"/>
                  </a:cubicBezTo>
                  <a:lnTo>
                    <a:pt x="1650" y="2887"/>
                  </a:lnTo>
                  <a:cubicBezTo>
                    <a:pt x="1650" y="2957"/>
                    <a:pt x="1638" y="3027"/>
                    <a:pt x="1638" y="3097"/>
                  </a:cubicBezTo>
                  <a:cubicBezTo>
                    <a:pt x="1638" y="3168"/>
                    <a:pt x="1650" y="3238"/>
                    <a:pt x="1650" y="3308"/>
                  </a:cubicBezTo>
                  <a:lnTo>
                    <a:pt x="1310" y="3518"/>
                  </a:lnTo>
                  <a:cubicBezTo>
                    <a:pt x="1136" y="3636"/>
                    <a:pt x="1077" y="3880"/>
                    <a:pt x="1181" y="4068"/>
                  </a:cubicBezTo>
                  <a:lnTo>
                    <a:pt x="1860" y="5224"/>
                  </a:lnTo>
                  <a:cubicBezTo>
                    <a:pt x="1933" y="5356"/>
                    <a:pt x="2071" y="5430"/>
                    <a:pt x="2211" y="5430"/>
                  </a:cubicBezTo>
                  <a:cubicBezTo>
                    <a:pt x="2270" y="5430"/>
                    <a:pt x="2330" y="5417"/>
                    <a:pt x="2385" y="5389"/>
                  </a:cubicBezTo>
                  <a:lnTo>
                    <a:pt x="2749" y="5201"/>
                  </a:lnTo>
                  <a:cubicBezTo>
                    <a:pt x="2864" y="5283"/>
                    <a:pt x="2982" y="5353"/>
                    <a:pt x="3111" y="5412"/>
                  </a:cubicBezTo>
                  <a:lnTo>
                    <a:pt x="3122" y="5810"/>
                  </a:lnTo>
                  <a:cubicBezTo>
                    <a:pt x="3134" y="6032"/>
                    <a:pt x="3310" y="6194"/>
                    <a:pt x="3532" y="6194"/>
                  </a:cubicBezTo>
                  <a:lnTo>
                    <a:pt x="3801" y="6194"/>
                  </a:lnTo>
                  <a:lnTo>
                    <a:pt x="3801" y="7002"/>
                  </a:lnTo>
                  <a:lnTo>
                    <a:pt x="2385" y="7002"/>
                  </a:lnTo>
                  <a:cubicBezTo>
                    <a:pt x="2216" y="6527"/>
                    <a:pt x="1761" y="6193"/>
                    <a:pt x="1222" y="6193"/>
                  </a:cubicBezTo>
                  <a:cubicBezTo>
                    <a:pt x="1205" y="6193"/>
                    <a:pt x="1187" y="6194"/>
                    <a:pt x="1170" y="6194"/>
                  </a:cubicBezTo>
                  <a:cubicBezTo>
                    <a:pt x="550" y="6231"/>
                    <a:pt x="48" y="6744"/>
                    <a:pt x="25" y="7364"/>
                  </a:cubicBezTo>
                  <a:cubicBezTo>
                    <a:pt x="0" y="8054"/>
                    <a:pt x="550" y="8627"/>
                    <a:pt x="1240" y="8627"/>
                  </a:cubicBezTo>
                  <a:cubicBezTo>
                    <a:pt x="1767" y="8627"/>
                    <a:pt x="2211" y="8287"/>
                    <a:pt x="2385" y="7819"/>
                  </a:cubicBezTo>
                  <a:lnTo>
                    <a:pt x="3801" y="7819"/>
                  </a:lnTo>
                  <a:lnTo>
                    <a:pt x="3801" y="8428"/>
                  </a:lnTo>
                  <a:cubicBezTo>
                    <a:pt x="3310" y="8604"/>
                    <a:pt x="2960" y="9081"/>
                    <a:pt x="2993" y="9631"/>
                  </a:cubicBezTo>
                  <a:cubicBezTo>
                    <a:pt x="3030" y="10251"/>
                    <a:pt x="3532" y="10753"/>
                    <a:pt x="4152" y="10778"/>
                  </a:cubicBezTo>
                  <a:cubicBezTo>
                    <a:pt x="4172" y="10779"/>
                    <a:pt x="4191" y="10780"/>
                    <a:pt x="4211" y="10780"/>
                  </a:cubicBezTo>
                  <a:cubicBezTo>
                    <a:pt x="4872" y="10780"/>
                    <a:pt x="5414" y="10231"/>
                    <a:pt x="5414" y="9561"/>
                  </a:cubicBezTo>
                  <a:cubicBezTo>
                    <a:pt x="5414" y="9036"/>
                    <a:pt x="5075" y="8590"/>
                    <a:pt x="4606" y="8428"/>
                  </a:cubicBezTo>
                  <a:lnTo>
                    <a:pt x="4606" y="7819"/>
                  </a:lnTo>
                  <a:lnTo>
                    <a:pt x="6020" y="7819"/>
                  </a:lnTo>
                  <a:cubicBezTo>
                    <a:pt x="6191" y="8294"/>
                    <a:pt x="6658" y="8628"/>
                    <a:pt x="7186" y="8628"/>
                  </a:cubicBezTo>
                  <a:cubicBezTo>
                    <a:pt x="7203" y="8628"/>
                    <a:pt x="7221" y="8627"/>
                    <a:pt x="7238" y="8627"/>
                  </a:cubicBezTo>
                  <a:cubicBezTo>
                    <a:pt x="7855" y="8590"/>
                    <a:pt x="8360" y="8077"/>
                    <a:pt x="8382" y="7457"/>
                  </a:cubicBezTo>
                  <a:cubicBezTo>
                    <a:pt x="8405" y="6767"/>
                    <a:pt x="7855" y="6194"/>
                    <a:pt x="7168" y="6194"/>
                  </a:cubicBezTo>
                  <a:cubicBezTo>
                    <a:pt x="6640" y="6194"/>
                    <a:pt x="6197" y="6534"/>
                    <a:pt x="6020" y="7002"/>
                  </a:cubicBezTo>
                  <a:lnTo>
                    <a:pt x="4606" y="7002"/>
                  </a:lnTo>
                  <a:lnTo>
                    <a:pt x="4606" y="6194"/>
                  </a:lnTo>
                  <a:lnTo>
                    <a:pt x="4876" y="6194"/>
                  </a:lnTo>
                  <a:cubicBezTo>
                    <a:pt x="5097" y="6194"/>
                    <a:pt x="5274" y="6032"/>
                    <a:pt x="5285" y="5810"/>
                  </a:cubicBezTo>
                  <a:lnTo>
                    <a:pt x="5296" y="5412"/>
                  </a:lnTo>
                  <a:cubicBezTo>
                    <a:pt x="5426" y="5353"/>
                    <a:pt x="5541" y="5283"/>
                    <a:pt x="5658" y="5201"/>
                  </a:cubicBezTo>
                  <a:lnTo>
                    <a:pt x="6020" y="5389"/>
                  </a:lnTo>
                  <a:cubicBezTo>
                    <a:pt x="6076" y="5417"/>
                    <a:pt x="6136" y="5430"/>
                    <a:pt x="6195" y="5430"/>
                  </a:cubicBezTo>
                  <a:cubicBezTo>
                    <a:pt x="6335" y="5430"/>
                    <a:pt x="6473" y="5356"/>
                    <a:pt x="6548" y="5224"/>
                  </a:cubicBezTo>
                  <a:lnTo>
                    <a:pt x="7224" y="4068"/>
                  </a:lnTo>
                  <a:cubicBezTo>
                    <a:pt x="7330" y="3880"/>
                    <a:pt x="7271" y="3636"/>
                    <a:pt x="7098" y="3518"/>
                  </a:cubicBezTo>
                  <a:lnTo>
                    <a:pt x="6758" y="3308"/>
                  </a:lnTo>
                  <a:cubicBezTo>
                    <a:pt x="6758" y="3238"/>
                    <a:pt x="6769" y="3168"/>
                    <a:pt x="6769" y="3097"/>
                  </a:cubicBezTo>
                  <a:cubicBezTo>
                    <a:pt x="6769" y="3027"/>
                    <a:pt x="6758" y="2957"/>
                    <a:pt x="6758" y="2887"/>
                  </a:cubicBezTo>
                  <a:lnTo>
                    <a:pt x="7098" y="2677"/>
                  </a:lnTo>
                  <a:cubicBezTo>
                    <a:pt x="7271" y="2559"/>
                    <a:pt x="7330" y="2315"/>
                    <a:pt x="7224" y="2127"/>
                  </a:cubicBezTo>
                  <a:lnTo>
                    <a:pt x="6548" y="960"/>
                  </a:lnTo>
                  <a:cubicBezTo>
                    <a:pt x="6475" y="831"/>
                    <a:pt x="6342" y="757"/>
                    <a:pt x="6205" y="757"/>
                  </a:cubicBezTo>
                  <a:cubicBezTo>
                    <a:pt x="6143" y="757"/>
                    <a:pt x="6079" y="773"/>
                    <a:pt x="6020" y="805"/>
                  </a:cubicBezTo>
                  <a:lnTo>
                    <a:pt x="5658" y="993"/>
                  </a:lnTo>
                  <a:cubicBezTo>
                    <a:pt x="5541" y="912"/>
                    <a:pt x="5426" y="842"/>
                    <a:pt x="5296" y="783"/>
                  </a:cubicBezTo>
                  <a:lnTo>
                    <a:pt x="5285" y="385"/>
                  </a:lnTo>
                  <a:cubicBezTo>
                    <a:pt x="5274" y="163"/>
                    <a:pt x="5097" y="0"/>
                    <a:pt x="48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782" name="Google Shape;782;p34"/>
          <p:cNvGrpSpPr/>
          <p:nvPr/>
        </p:nvGrpSpPr>
        <p:grpSpPr>
          <a:xfrm>
            <a:off x="3972540" y="1277012"/>
            <a:ext cx="347475" cy="345150"/>
            <a:chOff x="4744113" y="3243975"/>
            <a:chExt cx="347475" cy="345150"/>
          </a:xfrm>
        </p:grpSpPr>
        <p:sp>
          <p:nvSpPr>
            <p:cNvPr id="783" name="Google Shape;783;p34"/>
            <p:cNvSpPr/>
            <p:nvPr/>
          </p:nvSpPr>
          <p:spPr>
            <a:xfrm>
              <a:off x="4744113" y="3339725"/>
              <a:ext cx="182950" cy="249400"/>
            </a:xfrm>
            <a:custGeom>
              <a:avLst/>
              <a:gdLst/>
              <a:ahLst/>
              <a:cxnLst/>
              <a:rect l="l" t="t" r="r" b="b"/>
              <a:pathLst>
                <a:path w="7318" h="9976" extrusionOk="0">
                  <a:moveTo>
                    <a:pt x="3697" y="810"/>
                  </a:moveTo>
                  <a:cubicBezTo>
                    <a:pt x="3704" y="810"/>
                    <a:pt x="3711" y="810"/>
                    <a:pt x="3718" y="810"/>
                  </a:cubicBezTo>
                  <a:cubicBezTo>
                    <a:pt x="5272" y="833"/>
                    <a:pt x="6523" y="2095"/>
                    <a:pt x="6523" y="3638"/>
                  </a:cubicBezTo>
                  <a:cubicBezTo>
                    <a:pt x="6523" y="4398"/>
                    <a:pt x="6217" y="5111"/>
                    <a:pt x="5682" y="5649"/>
                  </a:cubicBezTo>
                  <a:cubicBezTo>
                    <a:pt x="5154" y="6174"/>
                    <a:pt x="4815" y="6842"/>
                    <a:pt x="4722" y="7554"/>
                  </a:cubicBezTo>
                  <a:lnTo>
                    <a:pt x="4091" y="7554"/>
                  </a:lnTo>
                  <a:lnTo>
                    <a:pt x="4091" y="4889"/>
                  </a:lnTo>
                  <a:lnTo>
                    <a:pt x="5050" y="3930"/>
                  </a:lnTo>
                  <a:cubicBezTo>
                    <a:pt x="5191" y="3789"/>
                    <a:pt x="5213" y="3557"/>
                    <a:pt x="5084" y="3394"/>
                  </a:cubicBezTo>
                  <a:cubicBezTo>
                    <a:pt x="5003" y="3288"/>
                    <a:pt x="4886" y="3235"/>
                    <a:pt x="4768" y="3235"/>
                  </a:cubicBezTo>
                  <a:cubicBezTo>
                    <a:pt x="4664" y="3235"/>
                    <a:pt x="4560" y="3276"/>
                    <a:pt x="4478" y="3357"/>
                  </a:cubicBezTo>
                  <a:lnTo>
                    <a:pt x="3693" y="4154"/>
                  </a:lnTo>
                  <a:lnTo>
                    <a:pt x="2899" y="3357"/>
                  </a:lnTo>
                  <a:cubicBezTo>
                    <a:pt x="2817" y="3276"/>
                    <a:pt x="2713" y="3235"/>
                    <a:pt x="2608" y="3235"/>
                  </a:cubicBezTo>
                  <a:cubicBezTo>
                    <a:pt x="2490" y="3235"/>
                    <a:pt x="2372" y="3288"/>
                    <a:pt x="2290" y="3394"/>
                  </a:cubicBezTo>
                  <a:cubicBezTo>
                    <a:pt x="2164" y="3557"/>
                    <a:pt x="2186" y="3789"/>
                    <a:pt x="2338" y="3930"/>
                  </a:cubicBezTo>
                  <a:lnTo>
                    <a:pt x="3286" y="4889"/>
                  </a:lnTo>
                  <a:lnTo>
                    <a:pt x="3286" y="7554"/>
                  </a:lnTo>
                  <a:lnTo>
                    <a:pt x="2655" y="7554"/>
                  </a:lnTo>
                  <a:cubicBezTo>
                    <a:pt x="2559" y="6842"/>
                    <a:pt x="2234" y="6174"/>
                    <a:pt x="1695" y="5649"/>
                  </a:cubicBezTo>
                  <a:cubicBezTo>
                    <a:pt x="1145" y="5099"/>
                    <a:pt x="854" y="4376"/>
                    <a:pt x="854" y="3615"/>
                  </a:cubicBezTo>
                  <a:cubicBezTo>
                    <a:pt x="876" y="2057"/>
                    <a:pt x="2152" y="810"/>
                    <a:pt x="3697" y="810"/>
                  </a:cubicBezTo>
                  <a:close/>
                  <a:moveTo>
                    <a:pt x="4689" y="8362"/>
                  </a:moveTo>
                  <a:lnTo>
                    <a:pt x="4689" y="8769"/>
                  </a:lnTo>
                  <a:cubicBezTo>
                    <a:pt x="4689" y="8993"/>
                    <a:pt x="4501" y="9167"/>
                    <a:pt x="4279" y="9167"/>
                  </a:cubicBezTo>
                  <a:lnTo>
                    <a:pt x="3075" y="9167"/>
                  </a:lnTo>
                  <a:cubicBezTo>
                    <a:pt x="2840" y="9167"/>
                    <a:pt x="2666" y="8993"/>
                    <a:pt x="2666" y="8769"/>
                  </a:cubicBezTo>
                  <a:lnTo>
                    <a:pt x="2666" y="8362"/>
                  </a:lnTo>
                  <a:close/>
                  <a:moveTo>
                    <a:pt x="3679" y="1"/>
                  </a:moveTo>
                  <a:cubicBezTo>
                    <a:pt x="3645" y="1"/>
                    <a:pt x="3611" y="1"/>
                    <a:pt x="3578" y="2"/>
                  </a:cubicBezTo>
                  <a:cubicBezTo>
                    <a:pt x="1659" y="50"/>
                    <a:pt x="105" y="1604"/>
                    <a:pt x="35" y="3509"/>
                  </a:cubicBezTo>
                  <a:cubicBezTo>
                    <a:pt x="1" y="4538"/>
                    <a:pt x="385" y="5498"/>
                    <a:pt x="1112" y="6222"/>
                  </a:cubicBezTo>
                  <a:cubicBezTo>
                    <a:pt x="1589" y="6701"/>
                    <a:pt x="1858" y="7321"/>
                    <a:pt x="1858" y="7952"/>
                  </a:cubicBezTo>
                  <a:lnTo>
                    <a:pt x="1858" y="8769"/>
                  </a:lnTo>
                  <a:cubicBezTo>
                    <a:pt x="1858" y="9436"/>
                    <a:pt x="2397" y="9975"/>
                    <a:pt x="3075" y="9975"/>
                  </a:cubicBezTo>
                  <a:lnTo>
                    <a:pt x="4279" y="9975"/>
                  </a:lnTo>
                  <a:cubicBezTo>
                    <a:pt x="4955" y="9975"/>
                    <a:pt x="5494" y="9436"/>
                    <a:pt x="5494" y="8769"/>
                  </a:cubicBezTo>
                  <a:lnTo>
                    <a:pt x="5494" y="7952"/>
                  </a:lnTo>
                  <a:cubicBezTo>
                    <a:pt x="5494" y="7321"/>
                    <a:pt x="5763" y="6701"/>
                    <a:pt x="6243" y="6222"/>
                  </a:cubicBezTo>
                  <a:cubicBezTo>
                    <a:pt x="6933" y="5531"/>
                    <a:pt x="7317" y="4620"/>
                    <a:pt x="7317" y="3638"/>
                  </a:cubicBezTo>
                  <a:cubicBezTo>
                    <a:pt x="7317" y="1638"/>
                    <a:pt x="5689" y="1"/>
                    <a:pt x="36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4" name="Google Shape;784;p34"/>
            <p:cNvSpPr/>
            <p:nvPr/>
          </p:nvSpPr>
          <p:spPr>
            <a:xfrm>
              <a:off x="4935238" y="3434175"/>
              <a:ext cx="156350" cy="154950"/>
            </a:xfrm>
            <a:custGeom>
              <a:avLst/>
              <a:gdLst/>
              <a:ahLst/>
              <a:cxnLst/>
              <a:rect l="l" t="t" r="r" b="b"/>
              <a:pathLst>
                <a:path w="6254" h="6198" extrusionOk="0">
                  <a:moveTo>
                    <a:pt x="3412" y="808"/>
                  </a:moveTo>
                  <a:lnTo>
                    <a:pt x="3426" y="1089"/>
                  </a:lnTo>
                  <a:cubicBezTo>
                    <a:pt x="3437" y="1251"/>
                    <a:pt x="3541" y="1392"/>
                    <a:pt x="3706" y="1450"/>
                  </a:cubicBezTo>
                  <a:cubicBezTo>
                    <a:pt x="3917" y="1521"/>
                    <a:pt x="4102" y="1624"/>
                    <a:pt x="4267" y="1779"/>
                  </a:cubicBezTo>
                  <a:cubicBezTo>
                    <a:pt x="4342" y="1840"/>
                    <a:pt x="4434" y="1873"/>
                    <a:pt x="4528" y="1873"/>
                  </a:cubicBezTo>
                  <a:cubicBezTo>
                    <a:pt x="4593" y="1873"/>
                    <a:pt x="4660" y="1857"/>
                    <a:pt x="4722" y="1824"/>
                  </a:cubicBezTo>
                  <a:lnTo>
                    <a:pt x="4969" y="1709"/>
                  </a:lnTo>
                  <a:lnTo>
                    <a:pt x="5260" y="2200"/>
                  </a:lnTo>
                  <a:lnTo>
                    <a:pt x="5025" y="2351"/>
                  </a:lnTo>
                  <a:cubicBezTo>
                    <a:pt x="4884" y="2444"/>
                    <a:pt x="4814" y="2606"/>
                    <a:pt x="4851" y="2772"/>
                  </a:cubicBezTo>
                  <a:cubicBezTo>
                    <a:pt x="4873" y="2876"/>
                    <a:pt x="4873" y="2993"/>
                    <a:pt x="4873" y="3097"/>
                  </a:cubicBezTo>
                  <a:cubicBezTo>
                    <a:pt x="4873" y="3204"/>
                    <a:pt x="4873" y="3322"/>
                    <a:pt x="4851" y="3425"/>
                  </a:cubicBezTo>
                  <a:cubicBezTo>
                    <a:pt x="4814" y="3588"/>
                    <a:pt x="4884" y="3754"/>
                    <a:pt x="5025" y="3846"/>
                  </a:cubicBezTo>
                  <a:lnTo>
                    <a:pt x="5260" y="3998"/>
                  </a:lnTo>
                  <a:lnTo>
                    <a:pt x="4969" y="4500"/>
                  </a:lnTo>
                  <a:lnTo>
                    <a:pt x="4722" y="4374"/>
                  </a:lnTo>
                  <a:cubicBezTo>
                    <a:pt x="4660" y="4339"/>
                    <a:pt x="4594" y="4323"/>
                    <a:pt x="4529" y="4323"/>
                  </a:cubicBezTo>
                  <a:cubicBezTo>
                    <a:pt x="4434" y="4323"/>
                    <a:pt x="4342" y="4357"/>
                    <a:pt x="4267" y="4419"/>
                  </a:cubicBezTo>
                  <a:cubicBezTo>
                    <a:pt x="4102" y="4570"/>
                    <a:pt x="3917" y="4677"/>
                    <a:pt x="3706" y="4758"/>
                  </a:cubicBezTo>
                  <a:cubicBezTo>
                    <a:pt x="3541" y="4806"/>
                    <a:pt x="3437" y="4946"/>
                    <a:pt x="3426" y="5120"/>
                  </a:cubicBezTo>
                  <a:lnTo>
                    <a:pt x="3412" y="5389"/>
                  </a:lnTo>
                  <a:lnTo>
                    <a:pt x="2839" y="5389"/>
                  </a:lnTo>
                  <a:lnTo>
                    <a:pt x="2828" y="5120"/>
                  </a:lnTo>
                  <a:cubicBezTo>
                    <a:pt x="2817" y="4946"/>
                    <a:pt x="2710" y="4806"/>
                    <a:pt x="2548" y="4758"/>
                  </a:cubicBezTo>
                  <a:cubicBezTo>
                    <a:pt x="2337" y="4677"/>
                    <a:pt x="2149" y="4570"/>
                    <a:pt x="1987" y="4419"/>
                  </a:cubicBezTo>
                  <a:cubicBezTo>
                    <a:pt x="1910" y="4357"/>
                    <a:pt x="1818" y="4323"/>
                    <a:pt x="1724" y="4323"/>
                  </a:cubicBezTo>
                  <a:cubicBezTo>
                    <a:pt x="1659" y="4323"/>
                    <a:pt x="1594" y="4339"/>
                    <a:pt x="1532" y="4374"/>
                  </a:cubicBezTo>
                  <a:lnTo>
                    <a:pt x="1285" y="4500"/>
                  </a:lnTo>
                  <a:lnTo>
                    <a:pt x="993" y="3998"/>
                  </a:lnTo>
                  <a:lnTo>
                    <a:pt x="1226" y="3846"/>
                  </a:lnTo>
                  <a:cubicBezTo>
                    <a:pt x="1367" y="3754"/>
                    <a:pt x="1437" y="3588"/>
                    <a:pt x="1403" y="3425"/>
                  </a:cubicBezTo>
                  <a:cubicBezTo>
                    <a:pt x="1392" y="3322"/>
                    <a:pt x="1378" y="3204"/>
                    <a:pt x="1378" y="3097"/>
                  </a:cubicBezTo>
                  <a:cubicBezTo>
                    <a:pt x="1378" y="2993"/>
                    <a:pt x="1392" y="2876"/>
                    <a:pt x="1403" y="2772"/>
                  </a:cubicBezTo>
                  <a:cubicBezTo>
                    <a:pt x="1437" y="2606"/>
                    <a:pt x="1367" y="2444"/>
                    <a:pt x="1226" y="2351"/>
                  </a:cubicBezTo>
                  <a:lnTo>
                    <a:pt x="993" y="2200"/>
                  </a:lnTo>
                  <a:lnTo>
                    <a:pt x="1285" y="1709"/>
                  </a:lnTo>
                  <a:lnTo>
                    <a:pt x="1532" y="1824"/>
                  </a:lnTo>
                  <a:cubicBezTo>
                    <a:pt x="1594" y="1857"/>
                    <a:pt x="1660" y="1873"/>
                    <a:pt x="1725" y="1873"/>
                  </a:cubicBezTo>
                  <a:cubicBezTo>
                    <a:pt x="1819" y="1873"/>
                    <a:pt x="1910" y="1840"/>
                    <a:pt x="1987" y="1779"/>
                  </a:cubicBezTo>
                  <a:cubicBezTo>
                    <a:pt x="2149" y="1624"/>
                    <a:pt x="2337" y="1521"/>
                    <a:pt x="2548" y="1450"/>
                  </a:cubicBezTo>
                  <a:cubicBezTo>
                    <a:pt x="2710" y="1392"/>
                    <a:pt x="2817" y="1251"/>
                    <a:pt x="2828" y="1089"/>
                  </a:cubicBezTo>
                  <a:lnTo>
                    <a:pt x="2839" y="808"/>
                  </a:lnTo>
                  <a:close/>
                  <a:moveTo>
                    <a:pt x="2455" y="0"/>
                  </a:moveTo>
                  <a:cubicBezTo>
                    <a:pt x="2233" y="0"/>
                    <a:pt x="2057" y="166"/>
                    <a:pt x="2045" y="387"/>
                  </a:cubicBezTo>
                  <a:lnTo>
                    <a:pt x="2034" y="783"/>
                  </a:lnTo>
                  <a:cubicBezTo>
                    <a:pt x="1905" y="842"/>
                    <a:pt x="1787" y="912"/>
                    <a:pt x="1672" y="993"/>
                  </a:cubicBezTo>
                  <a:lnTo>
                    <a:pt x="1308" y="808"/>
                  </a:lnTo>
                  <a:cubicBezTo>
                    <a:pt x="1251" y="779"/>
                    <a:pt x="1190" y="765"/>
                    <a:pt x="1129" y="765"/>
                  </a:cubicBezTo>
                  <a:cubicBezTo>
                    <a:pt x="991" y="765"/>
                    <a:pt x="855" y="837"/>
                    <a:pt x="783" y="960"/>
                  </a:cubicBezTo>
                  <a:lnTo>
                    <a:pt x="104" y="2129"/>
                  </a:lnTo>
                  <a:cubicBezTo>
                    <a:pt x="0" y="2315"/>
                    <a:pt x="59" y="2561"/>
                    <a:pt x="233" y="2676"/>
                  </a:cubicBezTo>
                  <a:lnTo>
                    <a:pt x="573" y="2887"/>
                  </a:lnTo>
                  <a:cubicBezTo>
                    <a:pt x="573" y="2957"/>
                    <a:pt x="561" y="3027"/>
                    <a:pt x="561" y="3097"/>
                  </a:cubicBezTo>
                  <a:cubicBezTo>
                    <a:pt x="561" y="3167"/>
                    <a:pt x="573" y="3237"/>
                    <a:pt x="573" y="3308"/>
                  </a:cubicBezTo>
                  <a:lnTo>
                    <a:pt x="233" y="3518"/>
                  </a:lnTo>
                  <a:cubicBezTo>
                    <a:pt x="59" y="3636"/>
                    <a:pt x="0" y="3883"/>
                    <a:pt x="104" y="4068"/>
                  </a:cubicBezTo>
                  <a:lnTo>
                    <a:pt x="783" y="5238"/>
                  </a:lnTo>
                  <a:cubicBezTo>
                    <a:pt x="854" y="5366"/>
                    <a:pt x="986" y="5439"/>
                    <a:pt x="1121" y="5439"/>
                  </a:cubicBezTo>
                  <a:cubicBezTo>
                    <a:pt x="1185" y="5439"/>
                    <a:pt x="1249" y="5423"/>
                    <a:pt x="1308" y="5389"/>
                  </a:cubicBezTo>
                  <a:lnTo>
                    <a:pt x="1672" y="5201"/>
                  </a:lnTo>
                  <a:cubicBezTo>
                    <a:pt x="1787" y="5285"/>
                    <a:pt x="1905" y="5355"/>
                    <a:pt x="2034" y="5412"/>
                  </a:cubicBezTo>
                  <a:lnTo>
                    <a:pt x="2045" y="5810"/>
                  </a:lnTo>
                  <a:cubicBezTo>
                    <a:pt x="2057" y="6032"/>
                    <a:pt x="2233" y="6197"/>
                    <a:pt x="2455" y="6197"/>
                  </a:cubicBezTo>
                  <a:lnTo>
                    <a:pt x="3799" y="6197"/>
                  </a:lnTo>
                  <a:cubicBezTo>
                    <a:pt x="4020" y="6197"/>
                    <a:pt x="4197" y="6032"/>
                    <a:pt x="4208" y="5810"/>
                  </a:cubicBezTo>
                  <a:lnTo>
                    <a:pt x="4220" y="5412"/>
                  </a:lnTo>
                  <a:cubicBezTo>
                    <a:pt x="4349" y="5355"/>
                    <a:pt x="4464" y="5285"/>
                    <a:pt x="4581" y="5201"/>
                  </a:cubicBezTo>
                  <a:lnTo>
                    <a:pt x="4943" y="5389"/>
                  </a:lnTo>
                  <a:cubicBezTo>
                    <a:pt x="5003" y="5423"/>
                    <a:pt x="5068" y="5439"/>
                    <a:pt x="5131" y="5439"/>
                  </a:cubicBezTo>
                  <a:cubicBezTo>
                    <a:pt x="5267" y="5439"/>
                    <a:pt x="5398" y="5366"/>
                    <a:pt x="5471" y="5238"/>
                  </a:cubicBezTo>
                  <a:lnTo>
                    <a:pt x="6147" y="4068"/>
                  </a:lnTo>
                  <a:cubicBezTo>
                    <a:pt x="6253" y="3883"/>
                    <a:pt x="6194" y="3636"/>
                    <a:pt x="6021" y="3518"/>
                  </a:cubicBezTo>
                  <a:lnTo>
                    <a:pt x="5681" y="3308"/>
                  </a:lnTo>
                  <a:cubicBezTo>
                    <a:pt x="5681" y="3237"/>
                    <a:pt x="5692" y="3167"/>
                    <a:pt x="5692" y="3097"/>
                  </a:cubicBezTo>
                  <a:cubicBezTo>
                    <a:pt x="5692" y="3027"/>
                    <a:pt x="5681" y="2957"/>
                    <a:pt x="5681" y="2887"/>
                  </a:cubicBezTo>
                  <a:lnTo>
                    <a:pt x="6021" y="2676"/>
                  </a:lnTo>
                  <a:cubicBezTo>
                    <a:pt x="6194" y="2561"/>
                    <a:pt x="6253" y="2315"/>
                    <a:pt x="6147" y="2129"/>
                  </a:cubicBezTo>
                  <a:lnTo>
                    <a:pt x="5471" y="960"/>
                  </a:lnTo>
                  <a:cubicBezTo>
                    <a:pt x="5397" y="837"/>
                    <a:pt x="5261" y="765"/>
                    <a:pt x="5123" y="765"/>
                  </a:cubicBezTo>
                  <a:cubicBezTo>
                    <a:pt x="5062" y="765"/>
                    <a:pt x="5001" y="779"/>
                    <a:pt x="4943" y="808"/>
                  </a:cubicBezTo>
                  <a:lnTo>
                    <a:pt x="4581" y="993"/>
                  </a:lnTo>
                  <a:cubicBezTo>
                    <a:pt x="4464" y="912"/>
                    <a:pt x="4349" y="842"/>
                    <a:pt x="4220" y="783"/>
                  </a:cubicBezTo>
                  <a:lnTo>
                    <a:pt x="4208" y="387"/>
                  </a:lnTo>
                  <a:cubicBezTo>
                    <a:pt x="4197" y="166"/>
                    <a:pt x="4020" y="0"/>
                    <a:pt x="3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5" name="Google Shape;785;p34"/>
            <p:cNvSpPr/>
            <p:nvPr/>
          </p:nvSpPr>
          <p:spPr>
            <a:xfrm>
              <a:off x="4983138" y="3481225"/>
              <a:ext cx="60550" cy="60825"/>
            </a:xfrm>
            <a:custGeom>
              <a:avLst/>
              <a:gdLst/>
              <a:ahLst/>
              <a:cxnLst/>
              <a:rect l="l" t="t" r="r" b="b"/>
              <a:pathLst>
                <a:path w="2422" h="2433" extrusionOk="0">
                  <a:moveTo>
                    <a:pt x="1215" y="808"/>
                  </a:moveTo>
                  <a:cubicBezTo>
                    <a:pt x="1440" y="808"/>
                    <a:pt x="1613" y="994"/>
                    <a:pt x="1613" y="1215"/>
                  </a:cubicBezTo>
                  <a:cubicBezTo>
                    <a:pt x="1613" y="1440"/>
                    <a:pt x="1440" y="1625"/>
                    <a:pt x="1215" y="1625"/>
                  </a:cubicBezTo>
                  <a:cubicBezTo>
                    <a:pt x="982" y="1625"/>
                    <a:pt x="808" y="1440"/>
                    <a:pt x="808" y="1215"/>
                  </a:cubicBezTo>
                  <a:cubicBezTo>
                    <a:pt x="808" y="994"/>
                    <a:pt x="982" y="808"/>
                    <a:pt x="1215" y="808"/>
                  </a:cubicBezTo>
                  <a:close/>
                  <a:moveTo>
                    <a:pt x="1215" y="1"/>
                  </a:moveTo>
                  <a:cubicBezTo>
                    <a:pt x="539" y="1"/>
                    <a:pt x="0" y="550"/>
                    <a:pt x="0" y="1215"/>
                  </a:cubicBezTo>
                  <a:cubicBezTo>
                    <a:pt x="0" y="1883"/>
                    <a:pt x="539" y="2433"/>
                    <a:pt x="1215" y="2433"/>
                  </a:cubicBezTo>
                  <a:cubicBezTo>
                    <a:pt x="1883" y="2433"/>
                    <a:pt x="2421" y="1883"/>
                    <a:pt x="2421" y="1215"/>
                  </a:cubicBezTo>
                  <a:cubicBezTo>
                    <a:pt x="2421" y="550"/>
                    <a:pt x="1883" y="1"/>
                    <a:pt x="1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6" name="Google Shape;786;p34"/>
            <p:cNvSpPr/>
            <p:nvPr/>
          </p:nvSpPr>
          <p:spPr>
            <a:xfrm>
              <a:off x="4826238" y="3243975"/>
              <a:ext cx="231950" cy="173375"/>
            </a:xfrm>
            <a:custGeom>
              <a:avLst/>
              <a:gdLst/>
              <a:ahLst/>
              <a:cxnLst/>
              <a:rect l="l" t="t" r="r" b="b"/>
              <a:pathLst>
                <a:path w="9278" h="6935" extrusionOk="0">
                  <a:moveTo>
                    <a:pt x="924" y="0"/>
                  </a:moveTo>
                  <a:cubicBezTo>
                    <a:pt x="408" y="0"/>
                    <a:pt x="1" y="421"/>
                    <a:pt x="1" y="923"/>
                  </a:cubicBezTo>
                  <a:lnTo>
                    <a:pt x="1" y="2839"/>
                  </a:lnTo>
                  <a:cubicBezTo>
                    <a:pt x="1" y="2946"/>
                    <a:pt x="82" y="3027"/>
                    <a:pt x="186" y="3027"/>
                  </a:cubicBezTo>
                  <a:lnTo>
                    <a:pt x="618" y="3027"/>
                  </a:lnTo>
                  <a:cubicBezTo>
                    <a:pt x="725" y="3027"/>
                    <a:pt x="806" y="2946"/>
                    <a:pt x="806" y="2839"/>
                  </a:cubicBezTo>
                  <a:lnTo>
                    <a:pt x="806" y="1366"/>
                  </a:lnTo>
                  <a:cubicBezTo>
                    <a:pt x="806" y="1063"/>
                    <a:pt x="1053" y="816"/>
                    <a:pt x="1356" y="816"/>
                  </a:cubicBezTo>
                  <a:lnTo>
                    <a:pt x="6860" y="816"/>
                  </a:lnTo>
                  <a:cubicBezTo>
                    <a:pt x="6989" y="816"/>
                    <a:pt x="7096" y="912"/>
                    <a:pt x="7096" y="1041"/>
                  </a:cubicBezTo>
                  <a:lnTo>
                    <a:pt x="7096" y="5412"/>
                  </a:lnTo>
                  <a:lnTo>
                    <a:pt x="6313" y="4640"/>
                  </a:lnTo>
                  <a:cubicBezTo>
                    <a:pt x="6299" y="4629"/>
                    <a:pt x="6288" y="4618"/>
                    <a:pt x="6265" y="4618"/>
                  </a:cubicBezTo>
                  <a:cubicBezTo>
                    <a:pt x="6258" y="4617"/>
                    <a:pt x="6250" y="4617"/>
                    <a:pt x="6243" y="4617"/>
                  </a:cubicBezTo>
                  <a:cubicBezTo>
                    <a:pt x="5748" y="4617"/>
                    <a:pt x="5626" y="5087"/>
                    <a:pt x="5856" y="5330"/>
                  </a:cubicBezTo>
                  <a:lnTo>
                    <a:pt x="7446" y="6907"/>
                  </a:lnTo>
                  <a:cubicBezTo>
                    <a:pt x="7457" y="6925"/>
                    <a:pt x="7475" y="6934"/>
                    <a:pt x="7494" y="6934"/>
                  </a:cubicBezTo>
                  <a:cubicBezTo>
                    <a:pt x="7513" y="6934"/>
                    <a:pt x="7533" y="6925"/>
                    <a:pt x="7550" y="6907"/>
                  </a:cubicBezTo>
                  <a:lnTo>
                    <a:pt x="9244" y="5212"/>
                  </a:lnTo>
                  <a:cubicBezTo>
                    <a:pt x="9258" y="5201"/>
                    <a:pt x="9270" y="5179"/>
                    <a:pt x="9270" y="5165"/>
                  </a:cubicBezTo>
                  <a:cubicBezTo>
                    <a:pt x="9277" y="4816"/>
                    <a:pt x="9058" y="4639"/>
                    <a:pt x="8841" y="4639"/>
                  </a:cubicBezTo>
                  <a:cubicBezTo>
                    <a:pt x="8738" y="4639"/>
                    <a:pt x="8635" y="4679"/>
                    <a:pt x="8557" y="4758"/>
                  </a:cubicBezTo>
                  <a:lnTo>
                    <a:pt x="7901" y="5412"/>
                  </a:lnTo>
                  <a:lnTo>
                    <a:pt x="7901" y="384"/>
                  </a:lnTo>
                  <a:cubicBezTo>
                    <a:pt x="7901" y="174"/>
                    <a:pt x="7727" y="0"/>
                    <a:pt x="7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787" name="Google Shape;787;p34"/>
          <p:cNvGrpSpPr/>
          <p:nvPr/>
        </p:nvGrpSpPr>
        <p:grpSpPr>
          <a:xfrm>
            <a:off x="1623598" y="1327110"/>
            <a:ext cx="346325" cy="345000"/>
            <a:chOff x="1725463" y="2681050"/>
            <a:chExt cx="346325" cy="345000"/>
          </a:xfrm>
        </p:grpSpPr>
        <p:sp>
          <p:nvSpPr>
            <p:cNvPr id="788" name="Google Shape;788;p34"/>
            <p:cNvSpPr/>
            <p:nvPr/>
          </p:nvSpPr>
          <p:spPr>
            <a:xfrm>
              <a:off x="1807588" y="2762650"/>
              <a:ext cx="181800" cy="181800"/>
            </a:xfrm>
            <a:custGeom>
              <a:avLst/>
              <a:gdLst/>
              <a:ahLst/>
              <a:cxnLst/>
              <a:rect l="l" t="t" r="r" b="b"/>
              <a:pathLst>
                <a:path w="7272" h="7272" extrusionOk="0">
                  <a:moveTo>
                    <a:pt x="6032" y="808"/>
                  </a:moveTo>
                  <a:lnTo>
                    <a:pt x="6464" y="1240"/>
                  </a:lnTo>
                  <a:lnTo>
                    <a:pt x="6464" y="1613"/>
                  </a:lnTo>
                  <a:lnTo>
                    <a:pt x="2418" y="1613"/>
                  </a:lnTo>
                  <a:lnTo>
                    <a:pt x="2418" y="808"/>
                  </a:lnTo>
                  <a:close/>
                  <a:moveTo>
                    <a:pt x="1613" y="808"/>
                  </a:moveTo>
                  <a:lnTo>
                    <a:pt x="1613" y="4851"/>
                  </a:lnTo>
                  <a:lnTo>
                    <a:pt x="805" y="4851"/>
                  </a:lnTo>
                  <a:lnTo>
                    <a:pt x="805" y="1240"/>
                  </a:lnTo>
                  <a:lnTo>
                    <a:pt x="1240" y="808"/>
                  </a:lnTo>
                  <a:close/>
                  <a:moveTo>
                    <a:pt x="4851" y="2421"/>
                  </a:moveTo>
                  <a:lnTo>
                    <a:pt x="4851" y="4851"/>
                  </a:lnTo>
                  <a:lnTo>
                    <a:pt x="2418" y="4851"/>
                  </a:lnTo>
                  <a:lnTo>
                    <a:pt x="2418" y="2421"/>
                  </a:lnTo>
                  <a:close/>
                  <a:moveTo>
                    <a:pt x="4851" y="5659"/>
                  </a:moveTo>
                  <a:lnTo>
                    <a:pt x="4851" y="6464"/>
                  </a:lnTo>
                  <a:lnTo>
                    <a:pt x="1240" y="6464"/>
                  </a:lnTo>
                  <a:lnTo>
                    <a:pt x="805" y="6032"/>
                  </a:lnTo>
                  <a:lnTo>
                    <a:pt x="805" y="5659"/>
                  </a:lnTo>
                  <a:close/>
                  <a:moveTo>
                    <a:pt x="6464" y="2421"/>
                  </a:moveTo>
                  <a:lnTo>
                    <a:pt x="6464" y="6032"/>
                  </a:lnTo>
                  <a:lnTo>
                    <a:pt x="6032" y="6464"/>
                  </a:lnTo>
                  <a:lnTo>
                    <a:pt x="5659" y="6464"/>
                  </a:lnTo>
                  <a:lnTo>
                    <a:pt x="5659" y="2421"/>
                  </a:lnTo>
                  <a:close/>
                  <a:moveTo>
                    <a:pt x="1075" y="0"/>
                  </a:moveTo>
                  <a:cubicBezTo>
                    <a:pt x="960" y="0"/>
                    <a:pt x="864" y="37"/>
                    <a:pt x="783" y="118"/>
                  </a:cubicBezTo>
                  <a:lnTo>
                    <a:pt x="118" y="783"/>
                  </a:lnTo>
                  <a:cubicBezTo>
                    <a:pt x="34" y="867"/>
                    <a:pt x="0" y="960"/>
                    <a:pt x="0" y="1078"/>
                  </a:cubicBezTo>
                  <a:lnTo>
                    <a:pt x="0" y="6197"/>
                  </a:lnTo>
                  <a:cubicBezTo>
                    <a:pt x="0" y="6312"/>
                    <a:pt x="34" y="6408"/>
                    <a:pt x="118" y="6489"/>
                  </a:cubicBezTo>
                  <a:lnTo>
                    <a:pt x="783" y="7154"/>
                  </a:lnTo>
                  <a:cubicBezTo>
                    <a:pt x="864" y="7235"/>
                    <a:pt x="960" y="7272"/>
                    <a:pt x="1075" y="7272"/>
                  </a:cubicBezTo>
                  <a:lnTo>
                    <a:pt x="6206" y="7272"/>
                  </a:lnTo>
                  <a:cubicBezTo>
                    <a:pt x="6312" y="7272"/>
                    <a:pt x="6416" y="7235"/>
                    <a:pt x="6486" y="7154"/>
                  </a:cubicBezTo>
                  <a:lnTo>
                    <a:pt x="7154" y="6489"/>
                  </a:lnTo>
                  <a:cubicBezTo>
                    <a:pt x="7235" y="6408"/>
                    <a:pt x="7272" y="6312"/>
                    <a:pt x="7272" y="6197"/>
                  </a:cubicBezTo>
                  <a:lnTo>
                    <a:pt x="7272" y="1078"/>
                  </a:lnTo>
                  <a:cubicBezTo>
                    <a:pt x="7272" y="960"/>
                    <a:pt x="7235" y="867"/>
                    <a:pt x="7154" y="783"/>
                  </a:cubicBezTo>
                  <a:lnTo>
                    <a:pt x="6486" y="118"/>
                  </a:lnTo>
                  <a:cubicBezTo>
                    <a:pt x="6416" y="37"/>
                    <a:pt x="6312" y="0"/>
                    <a:pt x="6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9" name="Google Shape;789;p34"/>
            <p:cNvSpPr/>
            <p:nvPr/>
          </p:nvSpPr>
          <p:spPr>
            <a:xfrm>
              <a:off x="1725463" y="2681050"/>
              <a:ext cx="346325" cy="345000"/>
            </a:xfrm>
            <a:custGeom>
              <a:avLst/>
              <a:gdLst/>
              <a:ahLst/>
              <a:cxnLst/>
              <a:rect l="l" t="t" r="r" b="b"/>
              <a:pathLst>
                <a:path w="13853" h="13800" extrusionOk="0">
                  <a:moveTo>
                    <a:pt x="9996" y="2448"/>
                  </a:moveTo>
                  <a:lnTo>
                    <a:pt x="11373" y="3837"/>
                  </a:lnTo>
                  <a:lnTo>
                    <a:pt x="11373" y="9963"/>
                  </a:lnTo>
                  <a:lnTo>
                    <a:pt x="9996" y="11355"/>
                  </a:lnTo>
                  <a:lnTo>
                    <a:pt x="3858" y="11355"/>
                  </a:lnTo>
                  <a:lnTo>
                    <a:pt x="2466" y="9963"/>
                  </a:lnTo>
                  <a:lnTo>
                    <a:pt x="2466" y="3837"/>
                  </a:lnTo>
                  <a:lnTo>
                    <a:pt x="3858" y="2448"/>
                  </a:lnTo>
                  <a:close/>
                  <a:moveTo>
                    <a:pt x="3671" y="0"/>
                  </a:moveTo>
                  <a:cubicBezTo>
                    <a:pt x="3454" y="0"/>
                    <a:pt x="3285" y="186"/>
                    <a:pt x="3285" y="400"/>
                  </a:cubicBezTo>
                  <a:lnTo>
                    <a:pt x="3285" y="1873"/>
                  </a:lnTo>
                  <a:lnTo>
                    <a:pt x="1905" y="3264"/>
                  </a:lnTo>
                  <a:lnTo>
                    <a:pt x="432" y="3264"/>
                  </a:lnTo>
                  <a:cubicBezTo>
                    <a:pt x="222" y="3264"/>
                    <a:pt x="48" y="3416"/>
                    <a:pt x="23" y="3615"/>
                  </a:cubicBezTo>
                  <a:cubicBezTo>
                    <a:pt x="0" y="3862"/>
                    <a:pt x="188" y="4072"/>
                    <a:pt x="421" y="4072"/>
                  </a:cubicBezTo>
                  <a:lnTo>
                    <a:pt x="1661" y="4072"/>
                  </a:lnTo>
                  <a:lnTo>
                    <a:pt x="1661" y="4877"/>
                  </a:lnTo>
                  <a:lnTo>
                    <a:pt x="432" y="4877"/>
                  </a:lnTo>
                  <a:cubicBezTo>
                    <a:pt x="222" y="4877"/>
                    <a:pt x="48" y="5029"/>
                    <a:pt x="23" y="5239"/>
                  </a:cubicBezTo>
                  <a:cubicBezTo>
                    <a:pt x="0" y="5486"/>
                    <a:pt x="188" y="5685"/>
                    <a:pt x="421" y="5685"/>
                  </a:cubicBezTo>
                  <a:lnTo>
                    <a:pt x="1661" y="5685"/>
                  </a:lnTo>
                  <a:lnTo>
                    <a:pt x="1661" y="6490"/>
                  </a:lnTo>
                  <a:lnTo>
                    <a:pt x="432" y="6490"/>
                  </a:lnTo>
                  <a:cubicBezTo>
                    <a:pt x="222" y="6490"/>
                    <a:pt x="48" y="6642"/>
                    <a:pt x="23" y="6852"/>
                  </a:cubicBezTo>
                  <a:cubicBezTo>
                    <a:pt x="0" y="7099"/>
                    <a:pt x="188" y="7310"/>
                    <a:pt x="421" y="7310"/>
                  </a:cubicBezTo>
                  <a:lnTo>
                    <a:pt x="1661" y="7310"/>
                  </a:lnTo>
                  <a:lnTo>
                    <a:pt x="1661" y="8115"/>
                  </a:lnTo>
                  <a:lnTo>
                    <a:pt x="432" y="8115"/>
                  </a:lnTo>
                  <a:cubicBezTo>
                    <a:pt x="222" y="8115"/>
                    <a:pt x="48" y="8269"/>
                    <a:pt x="23" y="8465"/>
                  </a:cubicBezTo>
                  <a:cubicBezTo>
                    <a:pt x="0" y="8712"/>
                    <a:pt x="188" y="8923"/>
                    <a:pt x="421" y="8923"/>
                  </a:cubicBezTo>
                  <a:lnTo>
                    <a:pt x="1661" y="8923"/>
                  </a:lnTo>
                  <a:lnTo>
                    <a:pt x="1661" y="9728"/>
                  </a:lnTo>
                  <a:lnTo>
                    <a:pt x="432" y="9728"/>
                  </a:lnTo>
                  <a:cubicBezTo>
                    <a:pt x="222" y="9728"/>
                    <a:pt x="48" y="9882"/>
                    <a:pt x="23" y="10092"/>
                  </a:cubicBezTo>
                  <a:cubicBezTo>
                    <a:pt x="0" y="10337"/>
                    <a:pt x="188" y="10536"/>
                    <a:pt x="421" y="10536"/>
                  </a:cubicBezTo>
                  <a:lnTo>
                    <a:pt x="1905" y="10536"/>
                  </a:lnTo>
                  <a:lnTo>
                    <a:pt x="3285" y="11927"/>
                  </a:lnTo>
                  <a:lnTo>
                    <a:pt x="3285" y="13389"/>
                  </a:lnTo>
                  <a:cubicBezTo>
                    <a:pt x="3285" y="13599"/>
                    <a:pt x="3437" y="13773"/>
                    <a:pt x="3636" y="13795"/>
                  </a:cubicBezTo>
                  <a:cubicBezTo>
                    <a:pt x="3655" y="13798"/>
                    <a:pt x="3675" y="13800"/>
                    <a:pt x="3694" y="13800"/>
                  </a:cubicBezTo>
                  <a:cubicBezTo>
                    <a:pt x="3912" y="13800"/>
                    <a:pt x="4090" y="13614"/>
                    <a:pt x="4090" y="13400"/>
                  </a:cubicBezTo>
                  <a:lnTo>
                    <a:pt x="4090" y="12160"/>
                  </a:lnTo>
                  <a:lnTo>
                    <a:pt x="4898" y="12160"/>
                  </a:lnTo>
                  <a:lnTo>
                    <a:pt x="4898" y="13389"/>
                  </a:lnTo>
                  <a:cubicBezTo>
                    <a:pt x="4898" y="13599"/>
                    <a:pt x="5050" y="13773"/>
                    <a:pt x="5260" y="13795"/>
                  </a:cubicBezTo>
                  <a:cubicBezTo>
                    <a:pt x="5280" y="13798"/>
                    <a:pt x="5299" y="13800"/>
                    <a:pt x="5318" y="13800"/>
                  </a:cubicBezTo>
                  <a:cubicBezTo>
                    <a:pt x="5537" y="13800"/>
                    <a:pt x="5703" y="13614"/>
                    <a:pt x="5703" y="13400"/>
                  </a:cubicBezTo>
                  <a:lnTo>
                    <a:pt x="5703" y="12160"/>
                  </a:lnTo>
                  <a:lnTo>
                    <a:pt x="6511" y="12160"/>
                  </a:lnTo>
                  <a:lnTo>
                    <a:pt x="6511" y="13389"/>
                  </a:lnTo>
                  <a:cubicBezTo>
                    <a:pt x="6511" y="13599"/>
                    <a:pt x="6663" y="13773"/>
                    <a:pt x="6873" y="13795"/>
                  </a:cubicBezTo>
                  <a:cubicBezTo>
                    <a:pt x="6893" y="13798"/>
                    <a:pt x="6913" y="13800"/>
                    <a:pt x="6932" y="13800"/>
                  </a:cubicBezTo>
                  <a:cubicBezTo>
                    <a:pt x="7152" y="13800"/>
                    <a:pt x="7331" y="13614"/>
                    <a:pt x="7331" y="13400"/>
                  </a:cubicBezTo>
                  <a:lnTo>
                    <a:pt x="7331" y="12160"/>
                  </a:lnTo>
                  <a:lnTo>
                    <a:pt x="8136" y="12160"/>
                  </a:lnTo>
                  <a:lnTo>
                    <a:pt x="8136" y="13389"/>
                  </a:lnTo>
                  <a:cubicBezTo>
                    <a:pt x="8136" y="13599"/>
                    <a:pt x="8287" y="13773"/>
                    <a:pt x="8498" y="13795"/>
                  </a:cubicBezTo>
                  <a:cubicBezTo>
                    <a:pt x="8516" y="13798"/>
                    <a:pt x="8535" y="13800"/>
                    <a:pt x="8554" y="13800"/>
                  </a:cubicBezTo>
                  <a:cubicBezTo>
                    <a:pt x="8766" y="13800"/>
                    <a:pt x="8944" y="13614"/>
                    <a:pt x="8944" y="13400"/>
                  </a:cubicBezTo>
                  <a:lnTo>
                    <a:pt x="8944" y="12160"/>
                  </a:lnTo>
                  <a:lnTo>
                    <a:pt x="9749" y="12160"/>
                  </a:lnTo>
                  <a:lnTo>
                    <a:pt x="9749" y="13389"/>
                  </a:lnTo>
                  <a:cubicBezTo>
                    <a:pt x="9749" y="13599"/>
                    <a:pt x="9900" y="13773"/>
                    <a:pt x="10111" y="13795"/>
                  </a:cubicBezTo>
                  <a:cubicBezTo>
                    <a:pt x="10130" y="13798"/>
                    <a:pt x="10150" y="13800"/>
                    <a:pt x="10169" y="13800"/>
                  </a:cubicBezTo>
                  <a:cubicBezTo>
                    <a:pt x="10388" y="13800"/>
                    <a:pt x="10557" y="13614"/>
                    <a:pt x="10557" y="13400"/>
                  </a:cubicBezTo>
                  <a:lnTo>
                    <a:pt x="10557" y="11927"/>
                  </a:lnTo>
                  <a:lnTo>
                    <a:pt x="11945" y="10536"/>
                  </a:lnTo>
                  <a:lnTo>
                    <a:pt x="13407" y="10536"/>
                  </a:lnTo>
                  <a:cubicBezTo>
                    <a:pt x="13617" y="10536"/>
                    <a:pt x="13794" y="10384"/>
                    <a:pt x="13816" y="10185"/>
                  </a:cubicBezTo>
                  <a:cubicBezTo>
                    <a:pt x="13853" y="9938"/>
                    <a:pt x="13654" y="9728"/>
                    <a:pt x="13418" y="9728"/>
                  </a:cubicBezTo>
                  <a:lnTo>
                    <a:pt x="12181" y="9728"/>
                  </a:lnTo>
                  <a:lnTo>
                    <a:pt x="12181" y="8923"/>
                  </a:lnTo>
                  <a:lnTo>
                    <a:pt x="13407" y="8923"/>
                  </a:lnTo>
                  <a:cubicBezTo>
                    <a:pt x="13617" y="8923"/>
                    <a:pt x="13794" y="8771"/>
                    <a:pt x="13816" y="8561"/>
                  </a:cubicBezTo>
                  <a:cubicBezTo>
                    <a:pt x="13853" y="8314"/>
                    <a:pt x="13654" y="8115"/>
                    <a:pt x="13418" y="8115"/>
                  </a:cubicBezTo>
                  <a:lnTo>
                    <a:pt x="12181" y="8115"/>
                  </a:lnTo>
                  <a:lnTo>
                    <a:pt x="12181" y="7310"/>
                  </a:lnTo>
                  <a:lnTo>
                    <a:pt x="13407" y="7310"/>
                  </a:lnTo>
                  <a:cubicBezTo>
                    <a:pt x="13617" y="7310"/>
                    <a:pt x="13794" y="7158"/>
                    <a:pt x="13816" y="6948"/>
                  </a:cubicBezTo>
                  <a:cubicBezTo>
                    <a:pt x="13853" y="6701"/>
                    <a:pt x="13654" y="6490"/>
                    <a:pt x="13418" y="6490"/>
                  </a:cubicBezTo>
                  <a:lnTo>
                    <a:pt x="12181" y="6490"/>
                  </a:lnTo>
                  <a:lnTo>
                    <a:pt x="12181" y="5685"/>
                  </a:lnTo>
                  <a:lnTo>
                    <a:pt x="13407" y="5685"/>
                  </a:lnTo>
                  <a:cubicBezTo>
                    <a:pt x="13617" y="5685"/>
                    <a:pt x="13794" y="5534"/>
                    <a:pt x="13816" y="5335"/>
                  </a:cubicBezTo>
                  <a:cubicBezTo>
                    <a:pt x="13853" y="5088"/>
                    <a:pt x="13654" y="4877"/>
                    <a:pt x="13418" y="4877"/>
                  </a:cubicBezTo>
                  <a:lnTo>
                    <a:pt x="12181" y="4877"/>
                  </a:lnTo>
                  <a:lnTo>
                    <a:pt x="12181" y="4072"/>
                  </a:lnTo>
                  <a:lnTo>
                    <a:pt x="13407" y="4072"/>
                  </a:lnTo>
                  <a:cubicBezTo>
                    <a:pt x="13617" y="4072"/>
                    <a:pt x="13794" y="3921"/>
                    <a:pt x="13816" y="3710"/>
                  </a:cubicBezTo>
                  <a:cubicBezTo>
                    <a:pt x="13853" y="3463"/>
                    <a:pt x="13654" y="3264"/>
                    <a:pt x="13418" y="3264"/>
                  </a:cubicBezTo>
                  <a:lnTo>
                    <a:pt x="11945" y="3264"/>
                  </a:lnTo>
                  <a:lnTo>
                    <a:pt x="10557" y="1873"/>
                  </a:lnTo>
                  <a:lnTo>
                    <a:pt x="10557" y="414"/>
                  </a:lnTo>
                  <a:cubicBezTo>
                    <a:pt x="10557" y="204"/>
                    <a:pt x="10402" y="27"/>
                    <a:pt x="10206" y="5"/>
                  </a:cubicBezTo>
                  <a:cubicBezTo>
                    <a:pt x="10186" y="2"/>
                    <a:pt x="10167" y="0"/>
                    <a:pt x="10147" y="0"/>
                  </a:cubicBezTo>
                  <a:cubicBezTo>
                    <a:pt x="9927" y="0"/>
                    <a:pt x="9749" y="186"/>
                    <a:pt x="9749" y="400"/>
                  </a:cubicBezTo>
                  <a:lnTo>
                    <a:pt x="9749" y="1640"/>
                  </a:lnTo>
                  <a:lnTo>
                    <a:pt x="8944" y="1640"/>
                  </a:lnTo>
                  <a:lnTo>
                    <a:pt x="8944" y="414"/>
                  </a:lnTo>
                  <a:cubicBezTo>
                    <a:pt x="8944" y="204"/>
                    <a:pt x="8789" y="27"/>
                    <a:pt x="8579" y="5"/>
                  </a:cubicBezTo>
                  <a:cubicBezTo>
                    <a:pt x="8560" y="2"/>
                    <a:pt x="8542" y="0"/>
                    <a:pt x="8523" y="0"/>
                  </a:cubicBezTo>
                  <a:cubicBezTo>
                    <a:pt x="8314" y="0"/>
                    <a:pt x="8136" y="186"/>
                    <a:pt x="8136" y="400"/>
                  </a:cubicBezTo>
                  <a:lnTo>
                    <a:pt x="8136" y="1640"/>
                  </a:lnTo>
                  <a:lnTo>
                    <a:pt x="7331" y="1640"/>
                  </a:lnTo>
                  <a:lnTo>
                    <a:pt x="7331" y="414"/>
                  </a:lnTo>
                  <a:cubicBezTo>
                    <a:pt x="7331" y="204"/>
                    <a:pt x="7176" y="27"/>
                    <a:pt x="6966" y="5"/>
                  </a:cubicBezTo>
                  <a:cubicBezTo>
                    <a:pt x="6946" y="2"/>
                    <a:pt x="6927" y="0"/>
                    <a:pt x="6908" y="0"/>
                  </a:cubicBezTo>
                  <a:cubicBezTo>
                    <a:pt x="6689" y="0"/>
                    <a:pt x="6511" y="186"/>
                    <a:pt x="6511" y="400"/>
                  </a:cubicBezTo>
                  <a:lnTo>
                    <a:pt x="6511" y="1640"/>
                  </a:lnTo>
                  <a:lnTo>
                    <a:pt x="5703" y="1640"/>
                  </a:lnTo>
                  <a:lnTo>
                    <a:pt x="5703" y="414"/>
                  </a:lnTo>
                  <a:cubicBezTo>
                    <a:pt x="5703" y="204"/>
                    <a:pt x="5552" y="27"/>
                    <a:pt x="5353" y="5"/>
                  </a:cubicBezTo>
                  <a:cubicBezTo>
                    <a:pt x="5333" y="2"/>
                    <a:pt x="5314" y="0"/>
                    <a:pt x="5295" y="0"/>
                  </a:cubicBezTo>
                  <a:cubicBezTo>
                    <a:pt x="5076" y="0"/>
                    <a:pt x="4898" y="186"/>
                    <a:pt x="4898" y="400"/>
                  </a:cubicBezTo>
                  <a:lnTo>
                    <a:pt x="4898" y="1640"/>
                  </a:lnTo>
                  <a:lnTo>
                    <a:pt x="4090" y="1640"/>
                  </a:lnTo>
                  <a:lnTo>
                    <a:pt x="4090" y="414"/>
                  </a:lnTo>
                  <a:cubicBezTo>
                    <a:pt x="4090" y="204"/>
                    <a:pt x="3939" y="27"/>
                    <a:pt x="3728" y="5"/>
                  </a:cubicBezTo>
                  <a:cubicBezTo>
                    <a:pt x="3709" y="2"/>
                    <a:pt x="3690" y="0"/>
                    <a:pt x="3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3" name="Subtitle 2">
            <a:extLst>
              <a:ext uri="{FF2B5EF4-FFF2-40B4-BE49-F238E27FC236}">
                <a16:creationId xmlns:a16="http://schemas.microsoft.com/office/drawing/2014/main" id="{3A380C96-052F-4CF0-8886-846C755730BA}"/>
              </a:ext>
            </a:extLst>
          </p:cNvPr>
          <p:cNvSpPr>
            <a:spLocks noGrp="1" noChangeArrowheads="1"/>
          </p:cNvSpPr>
          <p:nvPr>
            <p:ph type="subTitle" idx="1"/>
          </p:nvPr>
        </p:nvSpPr>
        <p:spPr bwMode="auto">
          <a:xfrm>
            <a:off x="970369" y="2403873"/>
            <a:ext cx="215466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We will integrate these trained models into a user-friendly mobile application. The app will serve as the central processing unit, communicating with the camera on the glasses and the smart cane.</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38"/>
          <p:cNvSpPr txBox="1">
            <a:spLocks noGrp="1"/>
          </p:cNvSpPr>
          <p:nvPr>
            <p:ph type="title"/>
          </p:nvPr>
        </p:nvSpPr>
        <p:spPr>
          <a:xfrm>
            <a:off x="2109933" y="798605"/>
            <a:ext cx="5307000" cy="99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GOAL</a:t>
            </a:r>
            <a:endParaRPr dirty="0"/>
          </a:p>
        </p:txBody>
      </p:sp>
      <p:sp>
        <p:nvSpPr>
          <p:cNvPr id="891" name="Google Shape;891;p38"/>
          <p:cNvSpPr txBox="1">
            <a:spLocks noGrp="1"/>
          </p:cNvSpPr>
          <p:nvPr>
            <p:ph type="subTitle" idx="1"/>
          </p:nvPr>
        </p:nvSpPr>
        <p:spPr>
          <a:xfrm>
            <a:off x="1631058" y="1974208"/>
            <a:ext cx="5307000" cy="4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To create a seamless, affordable assistive system that empowers visually impaired users with accurate environmental awareness, enhanced mobility and greater independence.</a:t>
            </a:r>
            <a:endParaRPr dirty="0"/>
          </a:p>
        </p:txBody>
      </p:sp>
      <p:sp>
        <p:nvSpPr>
          <p:cNvPr id="892" name="Google Shape;892;p38"/>
          <p:cNvSpPr/>
          <p:nvPr/>
        </p:nvSpPr>
        <p:spPr>
          <a:xfrm rot="-5400000">
            <a:off x="1606916" y="1199066"/>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3" name="Google Shape;893;p38"/>
          <p:cNvGrpSpPr/>
          <p:nvPr/>
        </p:nvGrpSpPr>
        <p:grpSpPr>
          <a:xfrm flipH="1">
            <a:off x="5252081" y="429752"/>
            <a:ext cx="4791669" cy="923822"/>
            <a:chOff x="-78438" y="3775205"/>
            <a:chExt cx="4791669" cy="923822"/>
          </a:xfrm>
        </p:grpSpPr>
        <p:cxnSp>
          <p:nvCxnSpPr>
            <p:cNvPr id="894" name="Google Shape;894;p3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895" name="Google Shape;895;p3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896" name="Google Shape;896;p3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7" name="Google Shape;897;p38"/>
          <p:cNvSpPr/>
          <p:nvPr/>
        </p:nvSpPr>
        <p:spPr>
          <a:xfrm>
            <a:off x="928558" y="-51645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8" name="Google Shape;898;p38"/>
          <p:cNvGrpSpPr/>
          <p:nvPr/>
        </p:nvGrpSpPr>
        <p:grpSpPr>
          <a:xfrm>
            <a:off x="-2522039" y="3127329"/>
            <a:ext cx="3859204" cy="615399"/>
            <a:chOff x="-6675" y="307100"/>
            <a:chExt cx="9140700" cy="4634025"/>
          </a:xfrm>
        </p:grpSpPr>
        <p:cxnSp>
          <p:nvCxnSpPr>
            <p:cNvPr id="899" name="Google Shape;899;p3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0" name="Google Shape;900;p3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1" name="Google Shape;901;p3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2" name="Google Shape;902;p3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3" name="Google Shape;903;p3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4" name="Google Shape;904;p3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5" name="Google Shape;905;p3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6" name="Google Shape;906;p3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7" name="Google Shape;907;p3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8" name="Google Shape;908;p3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909" name="Google Shape;909;p38"/>
          <p:cNvSpPr/>
          <p:nvPr/>
        </p:nvSpPr>
        <p:spPr>
          <a:xfrm rot="-5400000">
            <a:off x="-1516637" y="124704"/>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38"/>
          <p:cNvSpPr txBox="1">
            <a:spLocks noGrp="1"/>
          </p:cNvSpPr>
          <p:nvPr>
            <p:ph type="title"/>
          </p:nvPr>
        </p:nvSpPr>
        <p:spPr>
          <a:xfrm>
            <a:off x="2450969" y="2072700"/>
            <a:ext cx="5307000" cy="99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THANKS!</a:t>
            </a:r>
            <a:endParaRPr dirty="0">
              <a:solidFill>
                <a:schemeClr val="tx1"/>
              </a:solidFill>
            </a:endParaRPr>
          </a:p>
        </p:txBody>
      </p:sp>
      <p:sp>
        <p:nvSpPr>
          <p:cNvPr id="892" name="Google Shape;892;p38"/>
          <p:cNvSpPr/>
          <p:nvPr/>
        </p:nvSpPr>
        <p:spPr>
          <a:xfrm rot="-5400000">
            <a:off x="1792101" y="2417242"/>
            <a:ext cx="357300" cy="309016"/>
          </a:xfrm>
          <a:prstGeom prst="flowChartMerg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3" name="Google Shape;893;p38"/>
          <p:cNvGrpSpPr/>
          <p:nvPr/>
        </p:nvGrpSpPr>
        <p:grpSpPr>
          <a:xfrm flipH="1">
            <a:off x="5252081" y="429752"/>
            <a:ext cx="4791669" cy="923822"/>
            <a:chOff x="-78438" y="3775205"/>
            <a:chExt cx="4791669" cy="923822"/>
          </a:xfrm>
        </p:grpSpPr>
        <p:cxnSp>
          <p:nvCxnSpPr>
            <p:cNvPr id="894" name="Google Shape;894;p3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895" name="Google Shape;895;p3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896" name="Google Shape;896;p3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7" name="Google Shape;897;p38"/>
          <p:cNvSpPr/>
          <p:nvPr/>
        </p:nvSpPr>
        <p:spPr>
          <a:xfrm>
            <a:off x="928558" y="-51645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8" name="Google Shape;898;p38"/>
          <p:cNvGrpSpPr/>
          <p:nvPr/>
        </p:nvGrpSpPr>
        <p:grpSpPr>
          <a:xfrm>
            <a:off x="-2522039" y="3127329"/>
            <a:ext cx="3859204" cy="615399"/>
            <a:chOff x="-6675" y="307100"/>
            <a:chExt cx="9140700" cy="4634025"/>
          </a:xfrm>
        </p:grpSpPr>
        <p:cxnSp>
          <p:nvCxnSpPr>
            <p:cNvPr id="899" name="Google Shape;899;p3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0" name="Google Shape;900;p3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1" name="Google Shape;901;p3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2" name="Google Shape;902;p3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3" name="Google Shape;903;p3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4" name="Google Shape;904;p3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5" name="Google Shape;905;p3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6" name="Google Shape;906;p3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7" name="Google Shape;907;p3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08" name="Google Shape;908;p3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909" name="Google Shape;909;p38"/>
          <p:cNvSpPr/>
          <p:nvPr/>
        </p:nvSpPr>
        <p:spPr>
          <a:xfrm rot="-5400000">
            <a:off x="-1509459" y="436431"/>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spTree>
    <p:extLst>
      <p:ext uri="{BB962C8B-B14F-4D97-AF65-F5344CB8AC3E}">
        <p14:creationId xmlns:p14="http://schemas.microsoft.com/office/powerpoint/2010/main" val="340061099"/>
      </p:ext>
    </p:extLst>
  </p:cSld>
  <p:clrMapOvr>
    <a:masterClrMapping/>
  </p:clrMapOvr>
</p:sld>
</file>

<file path=ppt/theme/theme1.xml><?xml version="1.0" encoding="utf-8"?>
<a:theme xmlns:a="http://schemas.openxmlformats.org/drawingml/2006/main"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TotalTime>
  <Words>1177</Words>
  <Application>Microsoft Office PowerPoint</Application>
  <PresentationFormat>On-screen Show (16:9)</PresentationFormat>
  <Paragraphs>132</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Segoe UI Emoji</vt:lpstr>
      <vt:lpstr>Nunito Light</vt:lpstr>
      <vt:lpstr>Arial</vt:lpstr>
      <vt:lpstr>Raleway ExtraBold</vt:lpstr>
      <vt:lpstr>Cambria</vt:lpstr>
      <vt:lpstr>Raleway</vt:lpstr>
      <vt:lpstr>Raleway Black</vt:lpstr>
      <vt:lpstr>Hanken Grotesk</vt:lpstr>
      <vt:lpstr>Technology Market Research Pitch Deck by Slidesgo</vt:lpstr>
      <vt:lpstr>SEE BEYOND   An assistive smart glasses and cane system that combines real-time vision AI with audio and haptic feedback to empower visually impaired individuals with safer navigation and independent living</vt:lpstr>
      <vt:lpstr>TEAM MEMBERS</vt:lpstr>
      <vt:lpstr>BACKGROUND</vt:lpstr>
      <vt:lpstr>An Overview of Visual Impairment in Pakistan</vt:lpstr>
      <vt:lpstr>SOLUTION  WHAT WE OFFER?</vt:lpstr>
      <vt:lpstr>SEE BEYOND</vt:lpstr>
      <vt:lpstr>KEY FEATURES</vt:lpstr>
      <vt:lpstr>PRODUCT OVERVIEW</vt:lpstr>
      <vt:lpstr>USP WHAT SETS SEE BEYOND APART? </vt:lpstr>
      <vt:lpstr>KEY DIFFERENTIATOR</vt:lpstr>
      <vt:lpstr>KEY DIFFERENTIATOR</vt:lpstr>
      <vt:lpstr>TASK DIVISION</vt:lpstr>
      <vt:lpstr>SUMAIKA CS-OO9 Focused on Object Detection, developing and training models to accurately identify and classify various objects in the user’s environment.</vt:lpstr>
      <vt:lpstr>QURRATUL-AIN CS-O18 Leading the People Recognition module, designing algorithms to detect and identify people around the user, enhancing situational awareness.</vt:lpstr>
      <vt:lpstr>UROOJ FATIMA CS-O22 Responsible for Currency Detection, ensuring reliable recognition of different currency notes (PKR), aiding VI users in financial transactions.</vt:lpstr>
      <vt:lpstr>MALAIKA MUSTAFA CS-006 Handling Optical Character Recognition (OCR), enabling the system to read and interpret text from captured images.</vt:lpstr>
      <vt:lpstr>This clear division of tasks allows us to work in parallel while integrating our modules seamlessly, creating a robust and efficient assistive device.</vt:lpstr>
      <vt:lpstr>MILESTONE SUMMARY</vt:lpstr>
      <vt:lpstr>PEOPLE RECOGNITION</vt:lpstr>
      <vt:lpstr>MILESTONES ACHIEVED</vt:lpstr>
      <vt:lpstr>CURRENCY  RECOGNITION</vt:lpstr>
      <vt:lpstr>MILESTONES ACHIEVED</vt:lpstr>
      <vt:lpstr>OBJECT  RECOGNITION</vt:lpstr>
      <vt:lpstr>OBJECT RECOGNITION</vt:lpstr>
      <vt:lpstr>OPTICAL CHARACTER RECOGNITION</vt:lpstr>
      <vt:lpstr>OPTICAL CHARACTER RECOGNITION</vt:lpstr>
      <vt:lpstr>FUTURE PLAN</vt:lpstr>
      <vt:lpstr>FUTURE PLANS</vt:lpstr>
      <vt:lpstr>GOAL</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 BEYOND  An assistive smart glasses and cane system that combines real-time vision AI with audio and haptic feedback to empower visually impaired individuals with safer navigation and independent living</dc:title>
  <cp:lastModifiedBy>malaika</cp:lastModifiedBy>
  <cp:revision>6</cp:revision>
  <dcterms:modified xsi:type="dcterms:W3CDTF">2025-12-14T16:42:22Z</dcterms:modified>
</cp:coreProperties>
</file>